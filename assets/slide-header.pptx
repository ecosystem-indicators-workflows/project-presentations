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embeddedFontLst>
    <p:embeddedFont>
      <p:font typeface="Play" pitchFamily="2" charset="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6" roundtripDataSignature="AMtx7mh3xTX80LKrPPnQbE+I3JQN7wPt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56"/>
    <p:restoredTop sz="94694"/>
  </p:normalViewPr>
  <p:slideViewPr>
    <p:cSldViewPr snapToGrid="0">
      <p:cViewPr varScale="1">
        <p:scale>
          <a:sx n="95" d="100"/>
          <a:sy n="95" d="100"/>
        </p:scale>
        <p:origin x="192" y="7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customschemas.google.com/relationships/presentationmetadata" Target="metadata"/><Relationship Id="rId3" Type="http://schemas.openxmlformats.org/officeDocument/2006/relationships/slide" Target="slides/slide2.xml"/><Relationship Id="rId2" Type="http://schemas.openxmlformats.org/officeDocument/2006/relationships/slide" Target="slides/slide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5" Type="http://schemas.openxmlformats.org/officeDocument/2006/relationships/font" Target="fonts/font1.fntdata"/><Relationship Id="rId28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91F5F197-F873-3595-0EC7-575C1570D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0FDF182C-0960-EFE1-FE3D-28764FB5C9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836FD12B-6E9D-5F3F-C58D-F3D99B9889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17EAA040-04DA-C5D9-132B-83DC6AFD93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86129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3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3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5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25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5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0.png"/><Relationship Id="rId7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-37186" y="733267"/>
            <a:ext cx="1194489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Global Ecosystem Partnership</a:t>
            </a:r>
            <a:endParaRPr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30369" y="123508"/>
            <a:ext cx="655906" cy="584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" descr="A blue and white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70952" y="77751"/>
            <a:ext cx="675860" cy="6758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 descr="Saving Wildlife and Wild Places - WCS.or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02919" y="77751"/>
            <a:ext cx="658964" cy="6758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" descr="A picture containing logo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29543" y="137082"/>
            <a:ext cx="1546121" cy="557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" descr="JCU: James Cook University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14472" y="98095"/>
            <a:ext cx="610209" cy="6351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" descr="CORDIO East Africa Internship 2021 – Opportunities For Africans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643324" y="118769"/>
            <a:ext cx="1195619" cy="59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" descr="South African National Biodiversity Institute (SANBI ..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006603" y="165235"/>
            <a:ext cx="1926506" cy="500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" descr="Icon&#10;&#10;Description automatically generated with medium confidence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392341" y="92516"/>
            <a:ext cx="542918" cy="6463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A blue circle with black text&#10;&#10;AI-generated content may be incorrect.">
            <a:extLst>
              <a:ext uri="{FF2B5EF4-FFF2-40B4-BE49-F238E27FC236}">
                <a16:creationId xmlns:a16="http://schemas.microsoft.com/office/drawing/2014/main" id="{A916C03B-EA7C-B64D-BB0E-7EC8B677086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0963" y="34042"/>
            <a:ext cx="827257" cy="763279"/>
          </a:xfrm>
          <a:prstGeom prst="rect">
            <a:avLst/>
          </a:prstGeom>
        </p:spPr>
      </p:pic>
      <p:pic>
        <p:nvPicPr>
          <p:cNvPr id="5" name="Picture 4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4CFEBB13-63C4-F86E-EAAF-07AA362C8A5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53935" y="77751"/>
            <a:ext cx="649357" cy="67586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7919DEB-4E86-67F7-EA48-8EB4C7AA8E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35880" y="52267"/>
            <a:ext cx="726829" cy="726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7E09D42F-F20E-FDA7-11B7-83FADDD1B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FB244A65-F831-DA1F-FAFF-3C8C2CDD6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71" y="138330"/>
            <a:ext cx="691200" cy="719412"/>
          </a:xfrm>
          <a:prstGeom prst="rect">
            <a:avLst/>
          </a:prstGeom>
        </p:spPr>
      </p:pic>
      <p:pic>
        <p:nvPicPr>
          <p:cNvPr id="4" name="Picture 3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00F1F7BE-85DC-EB84-91D2-400133139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7723" y="138330"/>
            <a:ext cx="993599" cy="719503"/>
          </a:xfrm>
          <a:prstGeom prst="rect">
            <a:avLst/>
          </a:prstGeom>
        </p:spPr>
      </p:pic>
      <p:pic>
        <p:nvPicPr>
          <p:cNvPr id="8" name="Picture 7" descr="A logo with text on it&#10;&#10;AI-generated content may be incorrect.">
            <a:extLst>
              <a:ext uri="{FF2B5EF4-FFF2-40B4-BE49-F238E27FC236}">
                <a16:creationId xmlns:a16="http://schemas.microsoft.com/office/drawing/2014/main" id="{33CCC266-2422-39FF-E935-4D56BD74B5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3895" y="138330"/>
            <a:ext cx="1890000" cy="720369"/>
          </a:xfrm>
          <a:prstGeom prst="rect">
            <a:avLst/>
          </a:prstGeom>
        </p:spPr>
      </p:pic>
      <p:pic>
        <p:nvPicPr>
          <p:cNvPr id="10" name="Picture 9" descr="A close up of a logo&#10;&#10;AI-generated content may be incorrect.">
            <a:extLst>
              <a:ext uri="{FF2B5EF4-FFF2-40B4-BE49-F238E27FC236}">
                <a16:creationId xmlns:a16="http://schemas.microsoft.com/office/drawing/2014/main" id="{738109A5-41BF-2E48-5570-4D8E49D42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1572" y="138330"/>
            <a:ext cx="2214000" cy="719745"/>
          </a:xfrm>
          <a:prstGeom prst="rect">
            <a:avLst/>
          </a:prstGeom>
        </p:spPr>
      </p:pic>
      <p:pic>
        <p:nvPicPr>
          <p:cNvPr id="12" name="Picture 11" descr="A logo with blue circles and white text&#10;&#10;AI-generated content may be incorrect.">
            <a:extLst>
              <a:ext uri="{FF2B5EF4-FFF2-40B4-BE49-F238E27FC236}">
                <a16:creationId xmlns:a16="http://schemas.microsoft.com/office/drawing/2014/main" id="{8DFA57B1-F60E-E896-387F-9D827E6944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91827" y="138330"/>
            <a:ext cx="1011600" cy="718769"/>
          </a:xfrm>
          <a:prstGeom prst="rect">
            <a:avLst/>
          </a:prstGeom>
        </p:spPr>
      </p:pic>
      <p:pic>
        <p:nvPicPr>
          <p:cNvPr id="14" name="Picture 13" descr="A logo with blue circles&#10;&#10;AI-generated content may be incorrect.">
            <a:extLst>
              <a:ext uri="{FF2B5EF4-FFF2-40B4-BE49-F238E27FC236}">
                <a16:creationId xmlns:a16="http://schemas.microsoft.com/office/drawing/2014/main" id="{152EC17E-1DDD-6578-89E5-2EC2F825C6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6629" y="138330"/>
            <a:ext cx="2271600" cy="72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551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903</TotalTime>
  <Words>5</Words>
  <Application>Microsoft Macintosh PowerPoint</Application>
  <PresentationFormat>Widescreen</PresentationFormat>
  <Paragraphs>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Play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Emily Nicholson</dc:creator>
  <cp:lastModifiedBy>Jose Ferrer Paris</cp:lastModifiedBy>
  <cp:revision>2</cp:revision>
  <dcterms:created xsi:type="dcterms:W3CDTF">2025-05-09T06:42:36Z</dcterms:created>
  <dcterms:modified xsi:type="dcterms:W3CDTF">2026-01-30T21:29:59Z</dcterms:modified>
</cp:coreProperties>
</file>