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lay" pitchFamily="2" charset="0"/>
      <p:regular r:id="rId5"/>
      <p:bold r:id="rId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6" roundtripDataSignature="AMtx7mh3xTX80LKrPPnQbE+I3JQN7wPt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553"/>
    <p:restoredTop sz="94694"/>
  </p:normalViewPr>
  <p:slideViewPr>
    <p:cSldViewPr snapToGrid="0">
      <p:cViewPr varScale="1">
        <p:scale>
          <a:sx n="93" d="100"/>
          <a:sy n="93" d="100"/>
        </p:scale>
        <p:origin x="240" y="8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customschemas.google.com/relationships/presentationmetadata" Target="metadata"/><Relationship Id="rId3" Type="http://schemas.openxmlformats.org/officeDocument/2006/relationships/slide" Target="slides/slide2.xml"/><Relationship Id="rId2" Type="http://schemas.openxmlformats.org/officeDocument/2006/relationships/slide" Target="slides/slide1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5" Type="http://schemas.openxmlformats.org/officeDocument/2006/relationships/font" Target="fonts/font1.fntdata"/><Relationship Id="rId28" Type="http://schemas.openxmlformats.org/officeDocument/2006/relationships/viewProps" Target="viewProps.xml"/><Relationship Id="rId4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>
          <a:extLst>
            <a:ext uri="{FF2B5EF4-FFF2-40B4-BE49-F238E27FC236}">
              <a16:creationId xmlns:a16="http://schemas.microsoft.com/office/drawing/2014/main" id="{91F5F197-F873-3595-0EC7-575C1570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>
            <a:extLst>
              <a:ext uri="{FF2B5EF4-FFF2-40B4-BE49-F238E27FC236}">
                <a16:creationId xmlns:a16="http://schemas.microsoft.com/office/drawing/2014/main" id="{0FDF182C-0960-EFE1-FE3D-28764FB5C9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>
            <a:extLst>
              <a:ext uri="{FF2B5EF4-FFF2-40B4-BE49-F238E27FC236}">
                <a16:creationId xmlns:a16="http://schemas.microsoft.com/office/drawing/2014/main" id="{836FD12B-6E9D-5F3F-C58D-F3D99B9889D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1:notes">
            <a:extLst>
              <a:ext uri="{FF2B5EF4-FFF2-40B4-BE49-F238E27FC236}">
                <a16:creationId xmlns:a16="http://schemas.microsoft.com/office/drawing/2014/main" id="{17EAA040-04DA-C5D9-132B-83DC6AFD937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861291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23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23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2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4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5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25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7" name="Google Shape;47;p25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8" name="Google Shape;48;p25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25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5" name="Google Shape;55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27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7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61" name="Google Shape;61;p27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2" name="Google Shape;62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8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8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28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9" name="Google Shape;69;p2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9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0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0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1" name="Google Shape;11;p19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3" name="Google Shape;13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4" name="Google Shape;14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jp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jpg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0.png"/><Relationship Id="rId7" Type="http://schemas.openxmlformats.org/officeDocument/2006/relationships/image" Target="../media/image16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"/>
          <p:cNvSpPr txBox="1"/>
          <p:nvPr/>
        </p:nvSpPr>
        <p:spPr>
          <a:xfrm>
            <a:off x="-37186" y="733267"/>
            <a:ext cx="11944890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  <a:ea typeface="Arial"/>
                <a:cs typeface="Arial"/>
                <a:sym typeface="Arial"/>
              </a:rPr>
              <a:t>Global Ecosystem Partnership</a:t>
            </a:r>
            <a:endParaRPr dirty="0">
              <a:solidFill>
                <a:schemeClr val="accent1">
                  <a:lumMod val="20000"/>
                  <a:lumOff val="80000"/>
                </a:schemeClr>
              </a:solidFill>
            </a:endParaRPr>
          </a:p>
        </p:txBody>
      </p:sp>
      <p:pic>
        <p:nvPicPr>
          <p:cNvPr id="98" name="Google Shape;98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30369" y="123508"/>
            <a:ext cx="655906" cy="5843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" descr="A blue and white 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3770952" y="77751"/>
            <a:ext cx="675860" cy="675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" descr="Saving Wildlife and Wild Places - WCS.or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102919" y="77751"/>
            <a:ext cx="658964" cy="6758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" descr="A picture containing logo&#10;&#10;Description automatically generated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929543" y="137082"/>
            <a:ext cx="1546121" cy="55719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1" descr="JCU: James Cook University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614472" y="98095"/>
            <a:ext cx="610209" cy="63517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5" name="Google Shape;105;p1" descr="CORDIO East Africa Internship 2021 – Opportunities For Africans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8643324" y="118769"/>
            <a:ext cx="1195619" cy="59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6" name="Google Shape;106;p1" descr="South African National Biodiversity Institute (SANBI ...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10006603" y="165235"/>
            <a:ext cx="1926506" cy="500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107" name="Google Shape;107;p1" descr="Icon&#10;&#10;Description automatically generated with medium confidence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392341" y="92516"/>
            <a:ext cx="542918" cy="646331"/>
          </a:xfrm>
          <a:prstGeom prst="rect">
            <a:avLst/>
          </a:prstGeom>
          <a:noFill/>
          <a:ln>
            <a:noFill/>
          </a:ln>
        </p:spPr>
      </p:pic>
      <p:pic>
        <p:nvPicPr>
          <p:cNvPr id="3" name="Picture 2" descr="A blue circle with black text&#10;&#10;AI-generated content may be incorrect.">
            <a:extLst>
              <a:ext uri="{FF2B5EF4-FFF2-40B4-BE49-F238E27FC236}">
                <a16:creationId xmlns:a16="http://schemas.microsoft.com/office/drawing/2014/main" id="{A916C03B-EA7C-B64D-BB0E-7EC8B677086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40963" y="34042"/>
            <a:ext cx="827257" cy="763279"/>
          </a:xfrm>
          <a:prstGeom prst="rect">
            <a:avLst/>
          </a:prstGeom>
        </p:spPr>
      </p:pic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4CFEBB13-63C4-F86E-EAAF-07AA362C8A5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953935" y="77751"/>
            <a:ext cx="649357" cy="675861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47919DEB-4E86-67F7-EA48-8EB4C7AA8E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235880" y="52267"/>
            <a:ext cx="726829" cy="72682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>
          <a:extLst>
            <a:ext uri="{FF2B5EF4-FFF2-40B4-BE49-F238E27FC236}">
              <a16:creationId xmlns:a16="http://schemas.microsoft.com/office/drawing/2014/main" id="{7E09D42F-F20E-FDA7-11B7-83FADDD1BF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n a black background&#10;&#10;AI-generated content may be incorrect.">
            <a:extLst>
              <a:ext uri="{FF2B5EF4-FFF2-40B4-BE49-F238E27FC236}">
                <a16:creationId xmlns:a16="http://schemas.microsoft.com/office/drawing/2014/main" id="{FB244A65-F831-DA1F-FAFF-3C8C2CDD6C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171" y="346151"/>
            <a:ext cx="691200" cy="719412"/>
          </a:xfrm>
          <a:prstGeom prst="rect">
            <a:avLst/>
          </a:prstGeom>
        </p:spPr>
      </p:pic>
      <p:pic>
        <p:nvPicPr>
          <p:cNvPr id="4" name="Picture 3" descr="A logo with a black background&#10;&#10;AI-generated content may be incorrect.">
            <a:extLst>
              <a:ext uri="{FF2B5EF4-FFF2-40B4-BE49-F238E27FC236}">
                <a16:creationId xmlns:a16="http://schemas.microsoft.com/office/drawing/2014/main" id="{00F1F7BE-85DC-EB84-91D2-400133139C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7723" y="346151"/>
            <a:ext cx="993599" cy="719503"/>
          </a:xfrm>
          <a:prstGeom prst="rect">
            <a:avLst/>
          </a:prstGeom>
        </p:spPr>
      </p:pic>
      <p:pic>
        <p:nvPicPr>
          <p:cNvPr id="8" name="Picture 7" descr="A logo with text on it&#10;&#10;AI-generated content may be incorrect.">
            <a:extLst>
              <a:ext uri="{FF2B5EF4-FFF2-40B4-BE49-F238E27FC236}">
                <a16:creationId xmlns:a16="http://schemas.microsoft.com/office/drawing/2014/main" id="{33CCC266-2422-39FF-E935-4D56BD74B51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93895" y="346151"/>
            <a:ext cx="1890000" cy="720369"/>
          </a:xfrm>
          <a:prstGeom prst="rect">
            <a:avLst/>
          </a:prstGeom>
        </p:spPr>
      </p:pic>
      <p:pic>
        <p:nvPicPr>
          <p:cNvPr id="10" name="Picture 9" descr="A close up of a logo&#10;&#10;AI-generated content may be incorrect.">
            <a:extLst>
              <a:ext uri="{FF2B5EF4-FFF2-40B4-BE49-F238E27FC236}">
                <a16:creationId xmlns:a16="http://schemas.microsoft.com/office/drawing/2014/main" id="{738109A5-41BF-2E48-5570-4D8E49D42D5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4349" y="346151"/>
            <a:ext cx="2214000" cy="719745"/>
          </a:xfrm>
          <a:prstGeom prst="rect">
            <a:avLst/>
          </a:prstGeom>
        </p:spPr>
      </p:pic>
      <p:pic>
        <p:nvPicPr>
          <p:cNvPr id="12" name="Picture 11" descr="A logo with blue circles and white text&#10;&#10;AI-generated content may be incorrect.">
            <a:extLst>
              <a:ext uri="{FF2B5EF4-FFF2-40B4-BE49-F238E27FC236}">
                <a16:creationId xmlns:a16="http://schemas.microsoft.com/office/drawing/2014/main" id="{8DFA57B1-F60E-E896-387F-9D827E69440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3283" y="346151"/>
            <a:ext cx="1011600" cy="718769"/>
          </a:xfrm>
          <a:prstGeom prst="rect">
            <a:avLst/>
          </a:prstGeom>
        </p:spPr>
      </p:pic>
      <p:pic>
        <p:nvPicPr>
          <p:cNvPr id="14" name="Picture 13" descr="A logo with blue circles&#10;&#10;AI-generated content may be incorrect.">
            <a:extLst>
              <a:ext uri="{FF2B5EF4-FFF2-40B4-BE49-F238E27FC236}">
                <a16:creationId xmlns:a16="http://schemas.microsoft.com/office/drawing/2014/main" id="{152EC17E-1DDD-6578-89E5-2EC2F825C6D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6629" y="346151"/>
            <a:ext cx="2271600" cy="720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5516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</TotalTime>
  <Words>5</Words>
  <Application>Microsoft Macintosh PowerPoint</Application>
  <PresentationFormat>Widescreen</PresentationFormat>
  <Paragraphs>3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Play</vt:lpstr>
      <vt:lpstr>Arial</vt:lpstr>
      <vt:lpstr>Office Theme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Emily Nicholson</dc:creator>
  <cp:lastModifiedBy>Jose Ferrer Paris</cp:lastModifiedBy>
  <cp:revision>4</cp:revision>
  <dcterms:created xsi:type="dcterms:W3CDTF">2025-05-09T06:42:36Z</dcterms:created>
  <dcterms:modified xsi:type="dcterms:W3CDTF">2026-02-12T03:45:55Z</dcterms:modified>
</cp:coreProperties>
</file>