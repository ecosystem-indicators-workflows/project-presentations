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Play" pitchFamily="2" charset="0"/>
      <p:regular r:id="rId6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3xTX80LKrPPnQbE+I3JQN7wPt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6"/>
    <p:restoredTop sz="94726"/>
  </p:normalViewPr>
  <p:slideViewPr>
    <p:cSldViewPr snapToGrid="0">
      <p:cViewPr varScale="1">
        <p:scale>
          <a:sx n="120" d="100"/>
          <a:sy n="120" d="100"/>
        </p:scale>
        <p:origin x="67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4" Type="http://schemas.openxmlformats.org/officeDocument/2006/relationships/slide" Target="slides/slide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91F5F197-F873-3595-0EC7-575C1570D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0FDF182C-0960-EFE1-FE3D-28764FB5C9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836FD12B-6E9D-5F3F-C58D-F3D99B9889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17EAA040-04DA-C5D9-132B-83DC6AFD93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6129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3F2368F1-B3A1-4DA5-CE53-AF0E11F2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C2694674-1B73-EE24-9185-0907394BAF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23473156-9F0F-7FFD-2A40-C77473C95F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148887D6-B9EA-143E-FBED-AD9E269529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1282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-37186" y="733267"/>
            <a:ext cx="1194489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Global Ecosystem Partnership</a:t>
            </a:r>
            <a:endParaRPr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0369" y="123508"/>
            <a:ext cx="655906" cy="584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 descr="A blue and white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0952" y="77751"/>
            <a:ext cx="675860" cy="675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 descr="Saving Wildlife and Wild Places - WCS.or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2919" y="77751"/>
            <a:ext cx="658964" cy="675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 descr="A picture containing logo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29543" y="137082"/>
            <a:ext cx="1546121" cy="557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 descr="JCU: James Cook University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14472" y="98095"/>
            <a:ext cx="610209" cy="635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 descr="CORDIO East Africa Internship 2021 – Opportunities For Africans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43324" y="118769"/>
            <a:ext cx="1195619" cy="5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" descr="South African National Biodiversity Institute (SANBI ...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06603" y="165235"/>
            <a:ext cx="1926506" cy="50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 descr="Icon&#10;&#10;Description automatically generated with medium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392341" y="92516"/>
            <a:ext cx="542918" cy="646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A916C03B-EA7C-B64D-BB0E-7EC8B67708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0963" y="34042"/>
            <a:ext cx="827257" cy="763279"/>
          </a:xfrm>
          <a:prstGeom prst="rect">
            <a:avLst/>
          </a:prstGeom>
        </p:spPr>
      </p:pic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4CFEBB13-63C4-F86E-EAAF-07AA362C8A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53935" y="77751"/>
            <a:ext cx="649357" cy="6758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7919DEB-4E86-67F7-EA48-8EB4C7AA8E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35880" y="52267"/>
            <a:ext cx="726829" cy="7268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7E09D42F-F20E-FDA7-11B7-83FADDD1B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FB244A65-F831-DA1F-FAFF-3C8C2CDD6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1" y="346151"/>
            <a:ext cx="691200" cy="719412"/>
          </a:xfrm>
          <a:prstGeom prst="rect">
            <a:avLst/>
          </a:prstGeom>
        </p:spPr>
      </p:pic>
      <p:pic>
        <p:nvPicPr>
          <p:cNvPr id="4" name="Picture 3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0F1F7BE-85DC-EB84-91D2-400133139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7723" y="346151"/>
            <a:ext cx="993599" cy="719503"/>
          </a:xfrm>
          <a:prstGeom prst="rect">
            <a:avLst/>
          </a:prstGeom>
        </p:spPr>
      </p:pic>
      <p:pic>
        <p:nvPicPr>
          <p:cNvPr id="8" name="Picture 7" descr="A logo with text on it&#10;&#10;AI-generated content may be incorrect.">
            <a:extLst>
              <a:ext uri="{FF2B5EF4-FFF2-40B4-BE49-F238E27FC236}">
                <a16:creationId xmlns:a16="http://schemas.microsoft.com/office/drawing/2014/main" id="{33CCC266-2422-39FF-E935-4D56BD74B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3895" y="346151"/>
            <a:ext cx="1890000" cy="720369"/>
          </a:xfrm>
          <a:prstGeom prst="rect">
            <a:avLst/>
          </a:prstGeom>
        </p:spPr>
      </p:pic>
      <p:pic>
        <p:nvPicPr>
          <p:cNvPr id="10" name="Picture 9" descr="A close up of a logo&#10;&#10;AI-generated content may be incorrect.">
            <a:extLst>
              <a:ext uri="{FF2B5EF4-FFF2-40B4-BE49-F238E27FC236}">
                <a16:creationId xmlns:a16="http://schemas.microsoft.com/office/drawing/2014/main" id="{738109A5-41BF-2E48-5570-4D8E49D42D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4349" y="346151"/>
            <a:ext cx="2214000" cy="719745"/>
          </a:xfrm>
          <a:prstGeom prst="rect">
            <a:avLst/>
          </a:prstGeom>
        </p:spPr>
      </p:pic>
      <p:pic>
        <p:nvPicPr>
          <p:cNvPr id="12" name="Picture 11" descr="A logo with blue circles and white text&#10;&#10;AI-generated content may be incorrect.">
            <a:extLst>
              <a:ext uri="{FF2B5EF4-FFF2-40B4-BE49-F238E27FC236}">
                <a16:creationId xmlns:a16="http://schemas.microsoft.com/office/drawing/2014/main" id="{8DFA57B1-F60E-E896-387F-9D827E6944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3283" y="346151"/>
            <a:ext cx="1011600" cy="718769"/>
          </a:xfrm>
          <a:prstGeom prst="rect">
            <a:avLst/>
          </a:prstGeom>
        </p:spPr>
      </p:pic>
      <p:pic>
        <p:nvPicPr>
          <p:cNvPr id="14" name="Picture 13" descr="A logo with blue circles&#10;&#10;AI-generated content may be incorrect.">
            <a:extLst>
              <a:ext uri="{FF2B5EF4-FFF2-40B4-BE49-F238E27FC236}">
                <a16:creationId xmlns:a16="http://schemas.microsoft.com/office/drawing/2014/main" id="{152EC17E-1DDD-6578-89E5-2EC2F825C6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6629" y="346151"/>
            <a:ext cx="2271600" cy="72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551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17E0FC92-F6F5-F93B-EC23-63CE85A17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31F86E2F-BCEA-C4BB-1171-4FDE24B88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076" y="6019409"/>
            <a:ext cx="993599" cy="719503"/>
          </a:xfrm>
          <a:prstGeom prst="rect">
            <a:avLst/>
          </a:prstGeom>
        </p:spPr>
      </p:pic>
      <p:pic>
        <p:nvPicPr>
          <p:cNvPr id="10" name="Picture 9" descr="A close up of a logo&#10;&#10;AI-generated content may be incorrect.">
            <a:extLst>
              <a:ext uri="{FF2B5EF4-FFF2-40B4-BE49-F238E27FC236}">
                <a16:creationId xmlns:a16="http://schemas.microsoft.com/office/drawing/2014/main" id="{D4F2F83C-36B2-D682-71AD-E0487FCA7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02" y="6019409"/>
            <a:ext cx="2214000" cy="71974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0858BE4-B4AD-3121-8A9D-14F098327D5B}"/>
              </a:ext>
            </a:extLst>
          </p:cNvPr>
          <p:cNvGrpSpPr/>
          <p:nvPr/>
        </p:nvGrpSpPr>
        <p:grpSpPr>
          <a:xfrm>
            <a:off x="167702" y="182886"/>
            <a:ext cx="2742058" cy="720263"/>
            <a:chOff x="167702" y="346151"/>
            <a:chExt cx="2742058" cy="720263"/>
          </a:xfrm>
        </p:grpSpPr>
        <p:pic>
          <p:nvPicPr>
            <p:cNvPr id="5" name="Picture 4" descr="A logo on a black background&#10;&#10;AI-generated content may be incorrect.">
              <a:extLst>
                <a:ext uri="{FF2B5EF4-FFF2-40B4-BE49-F238E27FC236}">
                  <a16:creationId xmlns:a16="http://schemas.microsoft.com/office/drawing/2014/main" id="{8A6DC6AE-ECDE-9218-441F-9ECD77A1B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7702" y="346151"/>
              <a:ext cx="691200" cy="719412"/>
            </a:xfrm>
            <a:prstGeom prst="rect">
              <a:avLst/>
            </a:prstGeom>
          </p:spPr>
        </p:pic>
        <p:pic>
          <p:nvPicPr>
            <p:cNvPr id="14" name="Picture 13" descr="A logo with blue circles&#10;&#10;AI-generated content may be incorrect.">
              <a:extLst>
                <a:ext uri="{FF2B5EF4-FFF2-40B4-BE49-F238E27FC236}">
                  <a16:creationId xmlns:a16="http://schemas.microsoft.com/office/drawing/2014/main" id="{59F88A86-7A35-24BA-C977-544468A87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8160" y="346151"/>
              <a:ext cx="2271600" cy="720263"/>
            </a:xfrm>
            <a:prstGeom prst="rect">
              <a:avLst/>
            </a:prstGeom>
          </p:spPr>
        </p:pic>
      </p:grpSp>
      <p:pic>
        <p:nvPicPr>
          <p:cNvPr id="2" name="Google Shape;101;p1" descr="A blue and white logo&#10;&#10;Description automatically generated">
            <a:extLst>
              <a:ext uri="{FF2B5EF4-FFF2-40B4-BE49-F238E27FC236}">
                <a16:creationId xmlns:a16="http://schemas.microsoft.com/office/drawing/2014/main" id="{74F56B6D-2C3B-51A0-9683-DC0A1FD5918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8587" y="119088"/>
            <a:ext cx="883778" cy="883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4;p1" descr="JCU: James Cook University">
            <a:extLst>
              <a:ext uri="{FF2B5EF4-FFF2-40B4-BE49-F238E27FC236}">
                <a16:creationId xmlns:a16="http://schemas.microsoft.com/office/drawing/2014/main" id="{432C6528-E949-4B01-7E3C-63911022CB1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91192" y="119088"/>
            <a:ext cx="883778" cy="919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4A0180-3795-1D1D-BCEE-03819C0F13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3797" y="-1148"/>
            <a:ext cx="2214000" cy="1245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2EAC6A-3D5C-006F-7CA8-05BBCA1774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86624" y="119088"/>
            <a:ext cx="2317898" cy="94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87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</TotalTime>
  <Words>6</Words>
  <Application>Microsoft Macintosh PowerPoint</Application>
  <PresentationFormat>Widescreen</PresentationFormat>
  <Paragraphs>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Play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Emily Nicholson</dc:creator>
  <cp:lastModifiedBy>Jose Ferrer Paris</cp:lastModifiedBy>
  <cp:revision>6</cp:revision>
  <dcterms:created xsi:type="dcterms:W3CDTF">2025-05-09T06:42:36Z</dcterms:created>
  <dcterms:modified xsi:type="dcterms:W3CDTF">2026-10-11T11:09:59Z</dcterms:modified>
</cp:coreProperties>
</file>