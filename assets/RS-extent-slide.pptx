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82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6"/>
    <p:restoredTop sz="94694"/>
  </p:normalViewPr>
  <p:slideViewPr>
    <p:cSldViewPr snapToGrid="0">
      <p:cViewPr varScale="1">
        <p:scale>
          <a:sx n="95" d="100"/>
          <a:sy n="95" d="100"/>
        </p:scale>
        <p:origin x="19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A85AF-77B3-594E-9D56-A9490C1C2550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9222-7691-644D-B895-A98CF86BB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87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>
          <a:extLst>
            <a:ext uri="{FF2B5EF4-FFF2-40B4-BE49-F238E27FC236}">
              <a16:creationId xmlns:a16="http://schemas.microsoft.com/office/drawing/2014/main" id="{53C71469-60C6-BFFF-1B17-D2E79C27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7:notes">
            <a:extLst>
              <a:ext uri="{FF2B5EF4-FFF2-40B4-BE49-F238E27FC236}">
                <a16:creationId xmlns:a16="http://schemas.microsoft.com/office/drawing/2014/main" id="{17C35836-D8E5-679E-204A-E5B2B8DBB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9" name="Google Shape;779;p17:notes">
            <a:extLst>
              <a:ext uri="{FF2B5EF4-FFF2-40B4-BE49-F238E27FC236}">
                <a16:creationId xmlns:a16="http://schemas.microsoft.com/office/drawing/2014/main" id="{74C06E4A-584C-91A3-3752-0B22C22182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0" dirty="0"/>
          </a:p>
        </p:txBody>
      </p:sp>
      <p:sp>
        <p:nvSpPr>
          <p:cNvPr id="780" name="Google Shape;780;p17:notes">
            <a:extLst>
              <a:ext uri="{FF2B5EF4-FFF2-40B4-BE49-F238E27FC236}">
                <a16:creationId xmlns:a16="http://schemas.microsoft.com/office/drawing/2014/main" id="{E3E52EB1-63AF-939B-3ECA-369112037E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094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0883-955D-CD67-3AF2-66BE37DE2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5FB75-7907-6914-8CCB-ACA405785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1C02F-C72C-2966-B0F3-B2C2E935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2FB90-5CD5-A4F4-8FF4-83AEA344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1980B-8835-DEDB-719C-6CA2E78C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1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C0EE8-2303-9D32-AA32-DE496393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75E08-8DC3-BBE0-5B6B-0573CF108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A3C84-31F5-45ED-75F6-1D3A653F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2D966-FEDE-4D1B-FD06-B474E994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C2F33-D00B-A319-C9A3-B59BF70D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4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019FA-760F-C4D9-BB66-C38DF076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801E7-F9EE-8CDA-4B5A-AEFAC080F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FD710-08F3-1D99-F0E7-6C1AF921E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78180-ADA4-6CA6-FB24-92C33BBCF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E1FEC-C8F8-60B9-DDAB-F9D45BB6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00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36FC-F952-941C-3AD1-DBDC9EC9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2DAC2-B2D0-7A15-6299-AEFD2E1D1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93859-1982-15BE-66DB-0BB6F527D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0D690-3C50-816A-62DB-A179E7A5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00DE2-BB1E-2312-DBE9-B7E3F3B0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7F3EE-8A31-B6BD-699E-5E071A6E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93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DEEF-5B36-2B16-FD7B-93E7CECD2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DEBED-7672-F92C-6A95-B0B925810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D4937-DA5C-4318-CC75-E7DF69346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4F3651-98CF-EAA0-B4FC-C41F6A8B0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32955-CF47-F195-4DB0-9CB198E0F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57D68-848C-2487-0F93-4A2A9276D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E4AD1-F3B1-C2A4-E822-241190B7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87EE1-60E5-3F57-CC1C-F703B7FD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9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76F5-BC4B-D30A-685B-6C09B76F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89C96-694D-D96F-4A51-92D56955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BCE60-4F88-8B1C-7066-126977C45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B9273-9E3B-CA68-CCFE-32818D34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81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943408-D3AD-C6A5-A96F-7824B1F1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10BDA-4110-17D6-4F92-24B8318E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5AF77-44A1-8C3C-2F84-4F0BA3D0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05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601E-E46F-16C4-5211-CCF40E07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4B174-CE71-FFD0-6A26-8D01D2A92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B0D74-23CA-BDC9-C838-C294035ED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4D443-7454-5B30-B50F-5C8176B2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4B7B3-6F9B-09F8-5A46-54E67E26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222FB-DC3D-C287-0DD9-BFB666BA7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2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CFDF3-33B0-63C3-E716-48446235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9AD4A-D873-D7BD-60F7-A096ADB7F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BF401-61C0-6DEC-E3F3-5E907E33C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8784F-6ED9-E54C-024B-BBBA5C69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48A7A-928E-45F4-3B19-E7910BEBD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7EECE-EC8F-8102-54A7-A080E3FF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6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E77FE-8BB4-C451-B0C4-DC85D9941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16D84-550A-AE59-CD45-990211357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BDEA2-90B8-5ECD-D766-C86712CA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76BB7-066B-66B5-81B2-EBF589A8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775E8-52CF-9314-2E52-819BBC23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528DAC-3031-92A9-CC37-8CEBFC5A7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11FFC-5C28-86C2-992B-15175AC8A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5E7B8-6D0D-0068-D6C4-089846413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F0328-28A3-1625-A839-D2CBB95A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31424-8148-D4A2-9DA8-59F29A08E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11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0EECDA-4D78-4F5D-FE86-618E6087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84458-A7DD-8AF1-FE8F-1F4867F40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2E942-1D35-E5C7-0E14-E463C7AB5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CB06E1-A9A9-0A48-A718-365D1FB9F435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4F830-2060-CC4C-9879-413163F64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35030-2A45-FDCD-9BDB-3F6C455C0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DD7B2-891E-AE42-A10C-99A1BD5D0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8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936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D3A3510C-F078-9E0A-D5F0-5CE8B30D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7">
            <a:extLst>
              <a:ext uri="{FF2B5EF4-FFF2-40B4-BE49-F238E27FC236}">
                <a16:creationId xmlns:a16="http://schemas.microsoft.com/office/drawing/2014/main" id="{00C52C4D-4DD6-756A-6B9E-027AF09837B4}"/>
              </a:ext>
            </a:extLst>
          </p:cNvPr>
          <p:cNvSpPr txBox="1"/>
          <p:nvPr/>
        </p:nvSpPr>
        <p:spPr>
          <a:xfrm>
            <a:off x="5994407" y="5888084"/>
            <a:ext cx="4667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/>
          </a:p>
        </p:txBody>
      </p:sp>
      <p:sp>
        <p:nvSpPr>
          <p:cNvPr id="788" name="Google Shape;788;p17">
            <a:extLst>
              <a:ext uri="{FF2B5EF4-FFF2-40B4-BE49-F238E27FC236}">
                <a16:creationId xmlns:a16="http://schemas.microsoft.com/office/drawing/2014/main" id="{B9E898D1-FC35-C0A3-0A0F-FDE49846B084}"/>
              </a:ext>
            </a:extLst>
          </p:cNvPr>
          <p:cNvSpPr txBox="1"/>
          <p:nvPr/>
        </p:nvSpPr>
        <p:spPr>
          <a:xfrm>
            <a:off x="9322910" y="5888084"/>
            <a:ext cx="700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789" name="Google Shape;789;p17">
            <a:extLst>
              <a:ext uri="{FF2B5EF4-FFF2-40B4-BE49-F238E27FC236}">
                <a16:creationId xmlns:a16="http://schemas.microsoft.com/office/drawing/2014/main" id="{65AC826B-60BE-4270-4E03-AC44C1DCCBD1}"/>
              </a:ext>
            </a:extLst>
          </p:cNvPr>
          <p:cNvSpPr txBox="1"/>
          <p:nvPr/>
        </p:nvSpPr>
        <p:spPr>
          <a:xfrm>
            <a:off x="5517707" y="2089752"/>
            <a:ext cx="700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0%</a:t>
            </a:r>
            <a:endParaRPr dirty="0"/>
          </a:p>
        </p:txBody>
      </p:sp>
      <p:sp>
        <p:nvSpPr>
          <p:cNvPr id="790" name="Google Shape;790;p17">
            <a:extLst>
              <a:ext uri="{FF2B5EF4-FFF2-40B4-BE49-F238E27FC236}">
                <a16:creationId xmlns:a16="http://schemas.microsoft.com/office/drawing/2014/main" id="{DD15D1F1-EDA5-8B0E-95CA-F3E148881007}"/>
              </a:ext>
            </a:extLst>
          </p:cNvPr>
          <p:cNvSpPr txBox="1"/>
          <p:nvPr/>
        </p:nvSpPr>
        <p:spPr>
          <a:xfrm>
            <a:off x="5598634" y="4782679"/>
            <a:ext cx="5838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dirty="0"/>
          </a:p>
        </p:txBody>
      </p:sp>
      <p:sp>
        <p:nvSpPr>
          <p:cNvPr id="791" name="Google Shape;791;p17">
            <a:extLst>
              <a:ext uri="{FF2B5EF4-FFF2-40B4-BE49-F238E27FC236}">
                <a16:creationId xmlns:a16="http://schemas.microsoft.com/office/drawing/2014/main" id="{332425C0-E7AC-AE54-69B1-467EB953AC96}"/>
              </a:ext>
            </a:extLst>
          </p:cNvPr>
          <p:cNvSpPr txBox="1"/>
          <p:nvPr/>
        </p:nvSpPr>
        <p:spPr>
          <a:xfrm>
            <a:off x="5634726" y="3826086"/>
            <a:ext cx="5838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dirty="0"/>
          </a:p>
        </p:txBody>
      </p:sp>
      <p:sp>
        <p:nvSpPr>
          <p:cNvPr id="792" name="Google Shape;792;p17">
            <a:extLst>
              <a:ext uri="{FF2B5EF4-FFF2-40B4-BE49-F238E27FC236}">
                <a16:creationId xmlns:a16="http://schemas.microsoft.com/office/drawing/2014/main" id="{D9E29B14-5F7E-5B35-13C7-D8B21927DEB4}"/>
              </a:ext>
            </a:extLst>
          </p:cNvPr>
          <p:cNvSpPr txBox="1"/>
          <p:nvPr/>
        </p:nvSpPr>
        <p:spPr>
          <a:xfrm>
            <a:off x="5634726" y="2847520"/>
            <a:ext cx="5838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dirty="0"/>
          </a:p>
        </p:txBody>
      </p:sp>
      <p:sp>
        <p:nvSpPr>
          <p:cNvPr id="793" name="Google Shape;793;p17">
            <a:extLst>
              <a:ext uri="{FF2B5EF4-FFF2-40B4-BE49-F238E27FC236}">
                <a16:creationId xmlns:a16="http://schemas.microsoft.com/office/drawing/2014/main" id="{BAC62B8E-0B38-48C7-8658-2DC17F4A7D0A}"/>
              </a:ext>
            </a:extLst>
          </p:cNvPr>
          <p:cNvSpPr txBox="1"/>
          <p:nvPr/>
        </p:nvSpPr>
        <p:spPr>
          <a:xfrm>
            <a:off x="6079202" y="6167793"/>
            <a:ext cx="384009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Extent of decline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C40C7-FCC2-1C5C-0179-B2E7D96C231B}"/>
              </a:ext>
            </a:extLst>
          </p:cNvPr>
          <p:cNvGrpSpPr/>
          <p:nvPr/>
        </p:nvGrpSpPr>
        <p:grpSpPr>
          <a:xfrm>
            <a:off x="6115290" y="2194892"/>
            <a:ext cx="3667451" cy="3570399"/>
            <a:chOff x="6115289" y="2194892"/>
            <a:chExt cx="3667452" cy="357039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5EE777-155C-5B47-A237-3EAD1B9AF829}"/>
                </a:ext>
              </a:extLst>
            </p:cNvPr>
            <p:cNvSpPr/>
            <p:nvPr/>
          </p:nvSpPr>
          <p:spPr>
            <a:xfrm>
              <a:off x="6302903" y="2311566"/>
              <a:ext cx="196140" cy="3438430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E3FD63-4EF9-AC57-5057-871BD6B93FA5}"/>
                </a:ext>
              </a:extLst>
            </p:cNvPr>
            <p:cNvSpPr/>
            <p:nvPr/>
          </p:nvSpPr>
          <p:spPr>
            <a:xfrm>
              <a:off x="6495830" y="3083158"/>
              <a:ext cx="169359" cy="2666837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2BF5E9-8D61-CEEE-B1FF-AF877A5D4742}"/>
                </a:ext>
              </a:extLst>
            </p:cNvPr>
            <p:cNvSpPr/>
            <p:nvPr/>
          </p:nvSpPr>
          <p:spPr>
            <a:xfrm>
              <a:off x="6672623" y="3989734"/>
              <a:ext cx="364593" cy="1775557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74BD117-CEEF-1BD6-FC08-3052D82F1316}"/>
                </a:ext>
              </a:extLst>
            </p:cNvPr>
            <p:cNvSpPr/>
            <p:nvPr/>
          </p:nvSpPr>
          <p:spPr>
            <a:xfrm>
              <a:off x="7037216" y="4860546"/>
              <a:ext cx="591534" cy="892175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2BDEDE-0CA7-6754-0701-028ED2F2D9FE}"/>
                </a:ext>
              </a:extLst>
            </p:cNvPr>
            <p:cNvSpPr/>
            <p:nvPr/>
          </p:nvSpPr>
          <p:spPr>
            <a:xfrm>
              <a:off x="7628750" y="5335897"/>
              <a:ext cx="2116362" cy="410234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2" name="Google Shape;782;p17">
              <a:extLst>
                <a:ext uri="{FF2B5EF4-FFF2-40B4-BE49-F238E27FC236}">
                  <a16:creationId xmlns:a16="http://schemas.microsoft.com/office/drawing/2014/main" id="{A8C26849-A022-1519-6172-757878A5DBF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" r="33917"/>
            <a:stretch/>
          </p:blipFill>
          <p:spPr>
            <a:xfrm>
              <a:off x="6115289" y="2309291"/>
              <a:ext cx="103228" cy="345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17">
              <a:extLst>
                <a:ext uri="{FF2B5EF4-FFF2-40B4-BE49-F238E27FC236}">
                  <a16:creationId xmlns:a16="http://schemas.microsoft.com/office/drawing/2014/main" id="{B1BEF0D1-840B-F38E-3694-1114FECD053B}"/>
                </a:ext>
              </a:extLst>
            </p:cNvPr>
            <p:cNvSpPr/>
            <p:nvPr/>
          </p:nvSpPr>
          <p:spPr>
            <a:xfrm>
              <a:off x="6288554" y="2293438"/>
              <a:ext cx="3456558" cy="3456558"/>
            </a:xfrm>
            <a:prstGeom prst="rect">
              <a:avLst/>
            </a:prstGeom>
            <a:noFill/>
            <a:ln w="12700" cap="flat" cmpd="sng">
              <a:solidFill>
                <a:srgbClr val="0C413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17">
              <a:extLst>
                <a:ext uri="{FF2B5EF4-FFF2-40B4-BE49-F238E27FC236}">
                  <a16:creationId xmlns:a16="http://schemas.microsoft.com/office/drawing/2014/main" id="{5178ED00-7DAF-903E-DD25-8DA4784AF111}"/>
                </a:ext>
              </a:extLst>
            </p:cNvPr>
            <p:cNvSpPr/>
            <p:nvPr/>
          </p:nvSpPr>
          <p:spPr>
            <a:xfrm>
              <a:off x="6941897" y="3927686"/>
              <a:ext cx="195976" cy="195976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17">
              <a:extLst>
                <a:ext uri="{FF2B5EF4-FFF2-40B4-BE49-F238E27FC236}">
                  <a16:creationId xmlns:a16="http://schemas.microsoft.com/office/drawing/2014/main" id="{39366646-3E35-C39F-02E0-EFECEEE5DD12}"/>
                </a:ext>
              </a:extLst>
            </p:cNvPr>
            <p:cNvSpPr/>
            <p:nvPr/>
          </p:nvSpPr>
          <p:spPr>
            <a:xfrm>
              <a:off x="7508031" y="4762558"/>
              <a:ext cx="195976" cy="195976"/>
            </a:xfrm>
            <a:prstGeom prst="ellipse">
              <a:avLst/>
            </a:prstGeom>
            <a:solidFill>
              <a:srgbClr val="F5B18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7">
              <a:extLst>
                <a:ext uri="{FF2B5EF4-FFF2-40B4-BE49-F238E27FC236}">
                  <a16:creationId xmlns:a16="http://schemas.microsoft.com/office/drawing/2014/main" id="{A00BAF77-FC52-7E94-C0D1-C323D623D6F1}"/>
                </a:ext>
              </a:extLst>
            </p:cNvPr>
            <p:cNvSpPr/>
            <p:nvPr/>
          </p:nvSpPr>
          <p:spPr>
            <a:xfrm>
              <a:off x="9586765" y="5234044"/>
              <a:ext cx="195976" cy="195976"/>
            </a:xfrm>
            <a:prstGeom prst="ellipse">
              <a:avLst/>
            </a:prstGeom>
            <a:solidFill>
              <a:srgbClr val="CD6B49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17">
              <a:extLst>
                <a:ext uri="{FF2B5EF4-FFF2-40B4-BE49-F238E27FC236}">
                  <a16:creationId xmlns:a16="http://schemas.microsoft.com/office/drawing/2014/main" id="{BA26EC23-BE16-2D41-AFB5-7012C8642CE2}"/>
                </a:ext>
              </a:extLst>
            </p:cNvPr>
            <p:cNvSpPr/>
            <p:nvPr/>
          </p:nvSpPr>
          <p:spPr>
            <a:xfrm>
              <a:off x="6578607" y="2985729"/>
              <a:ext cx="195976" cy="195976"/>
            </a:xfrm>
            <a:prstGeom prst="ellipse">
              <a:avLst/>
            </a:prstGeom>
            <a:solidFill>
              <a:srgbClr val="C2E0B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17">
              <a:extLst>
                <a:ext uri="{FF2B5EF4-FFF2-40B4-BE49-F238E27FC236}">
                  <a16:creationId xmlns:a16="http://schemas.microsoft.com/office/drawing/2014/main" id="{A424960D-B802-A6E3-D9F3-0173DE4352F4}"/>
                </a:ext>
              </a:extLst>
            </p:cNvPr>
            <p:cNvSpPr/>
            <p:nvPr/>
          </p:nvSpPr>
          <p:spPr>
            <a:xfrm>
              <a:off x="6401055" y="2194892"/>
              <a:ext cx="195976" cy="195976"/>
            </a:xfrm>
            <a:prstGeom prst="ellipse">
              <a:avLst/>
            </a:prstGeom>
            <a:solidFill>
              <a:srgbClr val="60A36A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0" name="Google Shape;810;p17">
            <a:extLst>
              <a:ext uri="{FF2B5EF4-FFF2-40B4-BE49-F238E27FC236}">
                <a16:creationId xmlns:a16="http://schemas.microsoft.com/office/drawing/2014/main" id="{F1A27FFB-09D4-79A8-D783-A1DD2C575B94}"/>
              </a:ext>
            </a:extLst>
          </p:cNvPr>
          <p:cNvSpPr txBox="1"/>
          <p:nvPr/>
        </p:nvSpPr>
        <p:spPr>
          <a:xfrm>
            <a:off x="7422631" y="5886685"/>
            <a:ext cx="5838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/>
          </a:p>
        </p:txBody>
      </p:sp>
      <p:sp>
        <p:nvSpPr>
          <p:cNvPr id="811" name="Google Shape;811;p17">
            <a:extLst>
              <a:ext uri="{FF2B5EF4-FFF2-40B4-BE49-F238E27FC236}">
                <a16:creationId xmlns:a16="http://schemas.microsoft.com/office/drawing/2014/main" id="{B2266E1E-8FFB-1D54-2AA6-DE139D01F02F}"/>
              </a:ext>
            </a:extLst>
          </p:cNvPr>
          <p:cNvSpPr txBox="1"/>
          <p:nvPr/>
        </p:nvSpPr>
        <p:spPr>
          <a:xfrm>
            <a:off x="6729219" y="5888418"/>
            <a:ext cx="5838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/>
          </a:p>
        </p:txBody>
      </p:sp>
      <p:sp>
        <p:nvSpPr>
          <p:cNvPr id="817" name="Google Shape;817;p17">
            <a:extLst>
              <a:ext uri="{FF2B5EF4-FFF2-40B4-BE49-F238E27FC236}">
                <a16:creationId xmlns:a16="http://schemas.microsoft.com/office/drawing/2014/main" id="{637CC31E-173E-0CDE-DB79-68A035350D5B}"/>
              </a:ext>
            </a:extLst>
          </p:cNvPr>
          <p:cNvSpPr/>
          <p:nvPr/>
        </p:nvSpPr>
        <p:spPr>
          <a:xfrm>
            <a:off x="3505427" y="2293438"/>
            <a:ext cx="271848" cy="270282"/>
          </a:xfrm>
          <a:custGeom>
            <a:avLst/>
            <a:gdLst/>
            <a:ahLst/>
            <a:cxnLst/>
            <a:rect l="l" t="t" r="r" b="b"/>
            <a:pathLst>
              <a:path w="1816443" h="1588858" extrusionOk="0">
                <a:moveTo>
                  <a:pt x="679622" y="1415864"/>
                </a:moveTo>
                <a:cubicBezTo>
                  <a:pt x="654909" y="1407626"/>
                  <a:pt x="586731" y="1407544"/>
                  <a:pt x="543697" y="1391150"/>
                </a:cubicBezTo>
                <a:cubicBezTo>
                  <a:pt x="502405" y="1375420"/>
                  <a:pt x="348349" y="1268217"/>
                  <a:pt x="308919" y="1242869"/>
                </a:cubicBezTo>
                <a:cubicBezTo>
                  <a:pt x="288716" y="1229882"/>
                  <a:pt x="266093" y="1220544"/>
                  <a:pt x="247135" y="1205799"/>
                </a:cubicBezTo>
                <a:cubicBezTo>
                  <a:pt x="228743" y="1191494"/>
                  <a:pt x="215123" y="1171852"/>
                  <a:pt x="197708" y="1156372"/>
                </a:cubicBezTo>
                <a:cubicBezTo>
                  <a:pt x="177996" y="1138850"/>
                  <a:pt x="155439" y="1124686"/>
                  <a:pt x="135924" y="1106945"/>
                </a:cubicBezTo>
                <a:cubicBezTo>
                  <a:pt x="110063" y="1083435"/>
                  <a:pt x="77414" y="1064064"/>
                  <a:pt x="61784" y="1032804"/>
                </a:cubicBezTo>
                <a:cubicBezTo>
                  <a:pt x="53546" y="1016328"/>
                  <a:pt x="43911" y="1000480"/>
                  <a:pt x="37070" y="983377"/>
                </a:cubicBezTo>
                <a:cubicBezTo>
                  <a:pt x="17016" y="933242"/>
                  <a:pt x="12137" y="908356"/>
                  <a:pt x="0" y="859810"/>
                </a:cubicBezTo>
                <a:cubicBezTo>
                  <a:pt x="4120" y="818611"/>
                  <a:pt x="6390" y="735675"/>
                  <a:pt x="24713" y="686815"/>
                </a:cubicBezTo>
                <a:cubicBezTo>
                  <a:pt x="31181" y="669567"/>
                  <a:pt x="42171" y="654319"/>
                  <a:pt x="49427" y="637388"/>
                </a:cubicBezTo>
                <a:cubicBezTo>
                  <a:pt x="66943" y="596517"/>
                  <a:pt x="53066" y="592385"/>
                  <a:pt x="98854" y="563247"/>
                </a:cubicBezTo>
                <a:cubicBezTo>
                  <a:pt x="129935" y="543468"/>
                  <a:pt x="166117" y="532774"/>
                  <a:pt x="197708" y="513820"/>
                </a:cubicBezTo>
                <a:cubicBezTo>
                  <a:pt x="218303" y="501463"/>
                  <a:pt x="237627" y="486688"/>
                  <a:pt x="259492" y="476750"/>
                </a:cubicBezTo>
                <a:cubicBezTo>
                  <a:pt x="283207" y="465970"/>
                  <a:pt x="333632" y="452037"/>
                  <a:pt x="333632" y="452037"/>
                </a:cubicBezTo>
                <a:cubicBezTo>
                  <a:pt x="418611" y="395385"/>
                  <a:pt x="379595" y="412003"/>
                  <a:pt x="444843" y="390253"/>
                </a:cubicBezTo>
                <a:cubicBezTo>
                  <a:pt x="481913" y="394372"/>
                  <a:pt x="520670" y="390815"/>
                  <a:pt x="556054" y="402610"/>
                </a:cubicBezTo>
                <a:cubicBezTo>
                  <a:pt x="584232" y="412003"/>
                  <a:pt x="602017" y="442645"/>
                  <a:pt x="630195" y="452037"/>
                </a:cubicBezTo>
                <a:cubicBezTo>
                  <a:pt x="688308" y="471407"/>
                  <a:pt x="655172" y="459556"/>
                  <a:pt x="729049" y="489107"/>
                </a:cubicBezTo>
                <a:cubicBezTo>
                  <a:pt x="778476" y="484988"/>
                  <a:pt x="829541" y="490025"/>
                  <a:pt x="877330" y="476750"/>
                </a:cubicBezTo>
                <a:cubicBezTo>
                  <a:pt x="920496" y="464759"/>
                  <a:pt x="969974" y="408819"/>
                  <a:pt x="1000897" y="377896"/>
                </a:cubicBezTo>
                <a:cubicBezTo>
                  <a:pt x="1031957" y="284717"/>
                  <a:pt x="990058" y="399575"/>
                  <a:pt x="1037968" y="303755"/>
                </a:cubicBezTo>
                <a:cubicBezTo>
                  <a:pt x="1089159" y="201374"/>
                  <a:pt x="1042959" y="279754"/>
                  <a:pt x="1075038" y="204901"/>
                </a:cubicBezTo>
                <a:cubicBezTo>
                  <a:pt x="1092577" y="163975"/>
                  <a:pt x="1107017" y="140110"/>
                  <a:pt x="1136822" y="106047"/>
                </a:cubicBezTo>
                <a:cubicBezTo>
                  <a:pt x="1160470" y="79021"/>
                  <a:pt x="1189986" y="48573"/>
                  <a:pt x="1223319" y="31907"/>
                </a:cubicBezTo>
                <a:cubicBezTo>
                  <a:pt x="1241047" y="23043"/>
                  <a:pt x="1293978" y="11153"/>
                  <a:pt x="1309816" y="7193"/>
                </a:cubicBezTo>
                <a:cubicBezTo>
                  <a:pt x="1418765" y="12927"/>
                  <a:pt x="1521130" y="-34183"/>
                  <a:pt x="1581665" y="56620"/>
                </a:cubicBezTo>
                <a:cubicBezTo>
                  <a:pt x="1588890" y="67458"/>
                  <a:pt x="1589903" y="81334"/>
                  <a:pt x="1594022" y="93691"/>
                </a:cubicBezTo>
                <a:cubicBezTo>
                  <a:pt x="1589903" y="138999"/>
                  <a:pt x="1590049" y="184899"/>
                  <a:pt x="1581665" y="229615"/>
                </a:cubicBezTo>
                <a:cubicBezTo>
                  <a:pt x="1573779" y="271671"/>
                  <a:pt x="1554295" y="295383"/>
                  <a:pt x="1532238" y="328469"/>
                </a:cubicBezTo>
                <a:cubicBezTo>
                  <a:pt x="1536357" y="349064"/>
                  <a:pt x="1532945" y="372778"/>
                  <a:pt x="1544595" y="390253"/>
                </a:cubicBezTo>
                <a:cubicBezTo>
                  <a:pt x="1583393" y="448450"/>
                  <a:pt x="1618363" y="468264"/>
                  <a:pt x="1668162" y="501464"/>
                </a:cubicBezTo>
                <a:cubicBezTo>
                  <a:pt x="1676400" y="513821"/>
                  <a:pt x="1682375" y="528033"/>
                  <a:pt x="1692876" y="538534"/>
                </a:cubicBezTo>
                <a:cubicBezTo>
                  <a:pt x="1703377" y="549035"/>
                  <a:pt x="1720669" y="551650"/>
                  <a:pt x="1729946" y="563247"/>
                </a:cubicBezTo>
                <a:cubicBezTo>
                  <a:pt x="1738083" y="573418"/>
                  <a:pt x="1735977" y="588932"/>
                  <a:pt x="1742303" y="600318"/>
                </a:cubicBezTo>
                <a:cubicBezTo>
                  <a:pt x="1756727" y="626282"/>
                  <a:pt x="1791730" y="674458"/>
                  <a:pt x="1791730" y="674458"/>
                </a:cubicBezTo>
                <a:cubicBezTo>
                  <a:pt x="1795849" y="690934"/>
                  <a:pt x="1799421" y="707556"/>
                  <a:pt x="1804086" y="723885"/>
                </a:cubicBezTo>
                <a:cubicBezTo>
                  <a:pt x="1807664" y="736409"/>
                  <a:pt x="1816443" y="747930"/>
                  <a:pt x="1816443" y="760955"/>
                </a:cubicBezTo>
                <a:cubicBezTo>
                  <a:pt x="1816443" y="790080"/>
                  <a:pt x="1814541" y="820269"/>
                  <a:pt x="1804086" y="847453"/>
                </a:cubicBezTo>
                <a:cubicBezTo>
                  <a:pt x="1777318" y="917049"/>
                  <a:pt x="1756626" y="911818"/>
                  <a:pt x="1717589" y="958664"/>
                </a:cubicBezTo>
                <a:cubicBezTo>
                  <a:pt x="1708082" y="970073"/>
                  <a:pt x="1702541" y="984458"/>
                  <a:pt x="1692876" y="995734"/>
                </a:cubicBezTo>
                <a:cubicBezTo>
                  <a:pt x="1636688" y="1061287"/>
                  <a:pt x="1655194" y="1029799"/>
                  <a:pt x="1594022" y="1082231"/>
                </a:cubicBezTo>
                <a:cubicBezTo>
                  <a:pt x="1510768" y="1153591"/>
                  <a:pt x="1601815" y="1089391"/>
                  <a:pt x="1519881" y="1144015"/>
                </a:cubicBezTo>
                <a:cubicBezTo>
                  <a:pt x="1495063" y="1181243"/>
                  <a:pt x="1489266" y="1186618"/>
                  <a:pt x="1470454" y="1230512"/>
                </a:cubicBezTo>
                <a:cubicBezTo>
                  <a:pt x="1465323" y="1242484"/>
                  <a:pt x="1463487" y="1255725"/>
                  <a:pt x="1458097" y="1267583"/>
                </a:cubicBezTo>
                <a:cubicBezTo>
                  <a:pt x="1442852" y="1301122"/>
                  <a:pt x="1420320" y="1331487"/>
                  <a:pt x="1408670" y="1366437"/>
                </a:cubicBezTo>
                <a:cubicBezTo>
                  <a:pt x="1396658" y="1402471"/>
                  <a:pt x="1393412" y="1418035"/>
                  <a:pt x="1371600" y="1452934"/>
                </a:cubicBezTo>
                <a:cubicBezTo>
                  <a:pt x="1360165" y="1471230"/>
                  <a:pt x="1318443" y="1526078"/>
                  <a:pt x="1297459" y="1539431"/>
                </a:cubicBezTo>
                <a:cubicBezTo>
                  <a:pt x="1266378" y="1559210"/>
                  <a:pt x="1198605" y="1588858"/>
                  <a:pt x="1198605" y="1588858"/>
                </a:cubicBezTo>
                <a:cubicBezTo>
                  <a:pt x="1116669" y="1582030"/>
                  <a:pt x="1048897" y="1588145"/>
                  <a:pt x="976184" y="1551788"/>
                </a:cubicBezTo>
                <a:cubicBezTo>
                  <a:pt x="959708" y="1543550"/>
                  <a:pt x="942552" y="1536551"/>
                  <a:pt x="926757" y="1527074"/>
                </a:cubicBezTo>
                <a:cubicBezTo>
                  <a:pt x="901288" y="1511792"/>
                  <a:pt x="880794" y="1487040"/>
                  <a:pt x="852616" y="1477647"/>
                </a:cubicBezTo>
                <a:cubicBezTo>
                  <a:pt x="750845" y="1443724"/>
                  <a:pt x="804264" y="1456618"/>
                  <a:pt x="691978" y="1440577"/>
                </a:cubicBezTo>
                <a:cubicBezTo>
                  <a:pt x="646171" y="1425307"/>
                  <a:pt x="704335" y="1424102"/>
                  <a:pt x="679622" y="1415864"/>
                </a:cubicBezTo>
                <a:close/>
              </a:path>
            </a:pathLst>
          </a:custGeom>
          <a:solidFill>
            <a:srgbClr val="C2E0B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7">
            <a:extLst>
              <a:ext uri="{FF2B5EF4-FFF2-40B4-BE49-F238E27FC236}">
                <a16:creationId xmlns:a16="http://schemas.microsoft.com/office/drawing/2014/main" id="{BFB048F0-5524-E58D-4842-5CA99B05C98A}"/>
              </a:ext>
            </a:extLst>
          </p:cNvPr>
          <p:cNvSpPr/>
          <p:nvPr/>
        </p:nvSpPr>
        <p:spPr>
          <a:xfrm>
            <a:off x="3078905" y="2311009"/>
            <a:ext cx="160636" cy="111211"/>
          </a:xfrm>
          <a:custGeom>
            <a:avLst/>
            <a:gdLst/>
            <a:ahLst/>
            <a:cxnLst/>
            <a:rect l="l" t="t" r="r" b="b"/>
            <a:pathLst>
              <a:path w="738030" h="605482" extrusionOk="0">
                <a:moveTo>
                  <a:pt x="95479" y="593125"/>
                </a:moveTo>
                <a:cubicBezTo>
                  <a:pt x="66647" y="580768"/>
                  <a:pt x="15134" y="586814"/>
                  <a:pt x="8982" y="556054"/>
                </a:cubicBezTo>
                <a:cubicBezTo>
                  <a:pt x="-12843" y="446928"/>
                  <a:pt x="10618" y="333191"/>
                  <a:pt x="21338" y="222422"/>
                </a:cubicBezTo>
                <a:cubicBezTo>
                  <a:pt x="23112" y="204087"/>
                  <a:pt x="36289" y="188615"/>
                  <a:pt x="46052" y="172995"/>
                </a:cubicBezTo>
                <a:cubicBezTo>
                  <a:pt x="77941" y="121973"/>
                  <a:pt x="84184" y="121044"/>
                  <a:pt x="132549" y="86498"/>
                </a:cubicBezTo>
                <a:cubicBezTo>
                  <a:pt x="144634" y="77866"/>
                  <a:pt x="156337" y="68426"/>
                  <a:pt x="169620" y="61784"/>
                </a:cubicBezTo>
                <a:cubicBezTo>
                  <a:pt x="189376" y="51906"/>
                  <a:pt x="237635" y="42352"/>
                  <a:pt x="256117" y="37071"/>
                </a:cubicBezTo>
                <a:cubicBezTo>
                  <a:pt x="290011" y="27387"/>
                  <a:pt x="322336" y="13054"/>
                  <a:pt x="354971" y="0"/>
                </a:cubicBezTo>
                <a:cubicBezTo>
                  <a:pt x="434332" y="4668"/>
                  <a:pt x="525178" y="-8255"/>
                  <a:pt x="602106" y="24714"/>
                </a:cubicBezTo>
                <a:cubicBezTo>
                  <a:pt x="619037" y="31970"/>
                  <a:pt x="635057" y="41189"/>
                  <a:pt x="651533" y="49427"/>
                </a:cubicBezTo>
                <a:cubicBezTo>
                  <a:pt x="663890" y="61784"/>
                  <a:pt x="677874" y="72704"/>
                  <a:pt x="688603" y="86498"/>
                </a:cubicBezTo>
                <a:cubicBezTo>
                  <a:pt x="706838" y="109943"/>
                  <a:pt x="738030" y="160638"/>
                  <a:pt x="738030" y="160638"/>
                </a:cubicBezTo>
                <a:cubicBezTo>
                  <a:pt x="733911" y="222422"/>
                  <a:pt x="734431" y="284691"/>
                  <a:pt x="725674" y="345990"/>
                </a:cubicBezTo>
                <a:cubicBezTo>
                  <a:pt x="720101" y="385004"/>
                  <a:pt x="701821" y="426511"/>
                  <a:pt x="676247" y="457200"/>
                </a:cubicBezTo>
                <a:cubicBezTo>
                  <a:pt x="665060" y="470625"/>
                  <a:pt x="653919" y="484889"/>
                  <a:pt x="639176" y="494271"/>
                </a:cubicBezTo>
                <a:cubicBezTo>
                  <a:pt x="608095" y="514050"/>
                  <a:pt x="570975" y="523263"/>
                  <a:pt x="540322" y="543698"/>
                </a:cubicBezTo>
                <a:cubicBezTo>
                  <a:pt x="527965" y="551936"/>
                  <a:pt x="516823" y="562380"/>
                  <a:pt x="503252" y="568411"/>
                </a:cubicBezTo>
                <a:cubicBezTo>
                  <a:pt x="479447" y="578991"/>
                  <a:pt x="453825" y="584887"/>
                  <a:pt x="429111" y="593125"/>
                </a:cubicBezTo>
                <a:lnTo>
                  <a:pt x="392041" y="605482"/>
                </a:lnTo>
                <a:lnTo>
                  <a:pt x="95479" y="593125"/>
                </a:lnTo>
                <a:close/>
              </a:path>
            </a:pathLst>
          </a:custGeom>
          <a:solidFill>
            <a:srgbClr val="C16F51"/>
          </a:solidFill>
          <a:ln w="12700" cap="flat" cmpd="sng">
            <a:solidFill>
              <a:srgbClr val="0C41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7">
            <a:extLst>
              <a:ext uri="{FF2B5EF4-FFF2-40B4-BE49-F238E27FC236}">
                <a16:creationId xmlns:a16="http://schemas.microsoft.com/office/drawing/2014/main" id="{975E04C0-AE35-6F22-DF96-C14A0816FE76}"/>
              </a:ext>
            </a:extLst>
          </p:cNvPr>
          <p:cNvSpPr/>
          <p:nvPr/>
        </p:nvSpPr>
        <p:spPr>
          <a:xfrm>
            <a:off x="3291653" y="2865087"/>
            <a:ext cx="1161149" cy="840285"/>
          </a:xfrm>
          <a:custGeom>
            <a:avLst/>
            <a:gdLst/>
            <a:ahLst/>
            <a:cxnLst/>
            <a:rect l="l" t="t" r="r" b="b"/>
            <a:pathLst>
              <a:path w="1927654" h="1609659" extrusionOk="0">
                <a:moveTo>
                  <a:pt x="49427" y="1486092"/>
                </a:moveTo>
                <a:cubicBezTo>
                  <a:pt x="43249" y="1465497"/>
                  <a:pt x="31456" y="1428813"/>
                  <a:pt x="24713" y="1399594"/>
                </a:cubicBezTo>
                <a:cubicBezTo>
                  <a:pt x="19079" y="1375181"/>
                  <a:pt x="16838" y="1350104"/>
                  <a:pt x="12356" y="1325454"/>
                </a:cubicBezTo>
                <a:cubicBezTo>
                  <a:pt x="8599" y="1304790"/>
                  <a:pt x="4119" y="1284265"/>
                  <a:pt x="0" y="1263670"/>
                </a:cubicBezTo>
                <a:cubicBezTo>
                  <a:pt x="4119" y="1201886"/>
                  <a:pt x="2176" y="1139397"/>
                  <a:pt x="12356" y="1078319"/>
                </a:cubicBezTo>
                <a:cubicBezTo>
                  <a:pt x="14797" y="1063670"/>
                  <a:pt x="29702" y="1054143"/>
                  <a:pt x="37070" y="1041249"/>
                </a:cubicBezTo>
                <a:cubicBezTo>
                  <a:pt x="46209" y="1025256"/>
                  <a:pt x="50276" y="1006206"/>
                  <a:pt x="61783" y="991822"/>
                </a:cubicBezTo>
                <a:cubicBezTo>
                  <a:pt x="93710" y="951913"/>
                  <a:pt x="141419" y="909899"/>
                  <a:pt x="185351" y="880611"/>
                </a:cubicBezTo>
                <a:cubicBezTo>
                  <a:pt x="205335" y="867288"/>
                  <a:pt x="226140" y="855204"/>
                  <a:pt x="247135" y="843540"/>
                </a:cubicBezTo>
                <a:cubicBezTo>
                  <a:pt x="263237" y="834594"/>
                  <a:pt x="280942" y="828590"/>
                  <a:pt x="296562" y="818827"/>
                </a:cubicBezTo>
                <a:cubicBezTo>
                  <a:pt x="314026" y="807912"/>
                  <a:pt x="328525" y="792672"/>
                  <a:pt x="345989" y="781757"/>
                </a:cubicBezTo>
                <a:cubicBezTo>
                  <a:pt x="361609" y="771994"/>
                  <a:pt x="379423" y="766182"/>
                  <a:pt x="395416" y="757043"/>
                </a:cubicBezTo>
                <a:cubicBezTo>
                  <a:pt x="408310" y="749675"/>
                  <a:pt x="420129" y="740568"/>
                  <a:pt x="432486" y="732330"/>
                </a:cubicBezTo>
                <a:cubicBezTo>
                  <a:pt x="444843" y="715854"/>
                  <a:pt x="455994" y="698402"/>
                  <a:pt x="469556" y="682903"/>
                </a:cubicBezTo>
                <a:cubicBezTo>
                  <a:pt x="484899" y="665368"/>
                  <a:pt x="505003" y="652116"/>
                  <a:pt x="518983" y="633476"/>
                </a:cubicBezTo>
                <a:cubicBezTo>
                  <a:pt x="530035" y="618740"/>
                  <a:pt x="534751" y="600151"/>
                  <a:pt x="543697" y="584049"/>
                </a:cubicBezTo>
                <a:cubicBezTo>
                  <a:pt x="555361" y="563054"/>
                  <a:pt x="566357" y="541479"/>
                  <a:pt x="580767" y="522265"/>
                </a:cubicBezTo>
                <a:cubicBezTo>
                  <a:pt x="591252" y="508285"/>
                  <a:pt x="606464" y="498462"/>
                  <a:pt x="617837" y="485194"/>
                </a:cubicBezTo>
                <a:cubicBezTo>
                  <a:pt x="631240" y="469557"/>
                  <a:pt x="642937" y="452526"/>
                  <a:pt x="654908" y="435767"/>
                </a:cubicBezTo>
                <a:cubicBezTo>
                  <a:pt x="663540" y="423682"/>
                  <a:pt x="670114" y="410106"/>
                  <a:pt x="679621" y="398697"/>
                </a:cubicBezTo>
                <a:cubicBezTo>
                  <a:pt x="690808" y="385272"/>
                  <a:pt x="706534" y="375847"/>
                  <a:pt x="716691" y="361627"/>
                </a:cubicBezTo>
                <a:cubicBezTo>
                  <a:pt x="727398" y="346638"/>
                  <a:pt x="730698" y="327189"/>
                  <a:pt x="741405" y="312200"/>
                </a:cubicBezTo>
                <a:cubicBezTo>
                  <a:pt x="751562" y="297980"/>
                  <a:pt x="767746" y="288924"/>
                  <a:pt x="778475" y="275130"/>
                </a:cubicBezTo>
                <a:cubicBezTo>
                  <a:pt x="796710" y="251685"/>
                  <a:pt x="811426" y="225703"/>
                  <a:pt x="827902" y="200989"/>
                </a:cubicBezTo>
                <a:lnTo>
                  <a:pt x="852616" y="163919"/>
                </a:lnTo>
                <a:cubicBezTo>
                  <a:pt x="876917" y="127468"/>
                  <a:pt x="878719" y="119512"/>
                  <a:pt x="914400" y="89778"/>
                </a:cubicBezTo>
                <a:cubicBezTo>
                  <a:pt x="925809" y="80271"/>
                  <a:pt x="937565" y="70279"/>
                  <a:pt x="951470" y="65065"/>
                </a:cubicBezTo>
                <a:cubicBezTo>
                  <a:pt x="985853" y="52171"/>
                  <a:pt x="1105992" y="42990"/>
                  <a:pt x="1124464" y="40351"/>
                </a:cubicBezTo>
                <a:cubicBezTo>
                  <a:pt x="1145255" y="37381"/>
                  <a:pt x="1165284" y="29265"/>
                  <a:pt x="1186248" y="27994"/>
                </a:cubicBezTo>
                <a:cubicBezTo>
                  <a:pt x="1301440" y="21013"/>
                  <a:pt x="1416907" y="19757"/>
                  <a:pt x="1532237" y="15638"/>
                </a:cubicBezTo>
                <a:cubicBezTo>
                  <a:pt x="1633922" y="1111"/>
                  <a:pt x="1673136" y="-10716"/>
                  <a:pt x="1791729" y="15638"/>
                </a:cubicBezTo>
                <a:cubicBezTo>
                  <a:pt x="1811833" y="20106"/>
                  <a:pt x="1826593" y="38146"/>
                  <a:pt x="1841156" y="52708"/>
                </a:cubicBezTo>
                <a:cubicBezTo>
                  <a:pt x="1865944" y="77496"/>
                  <a:pt x="1889888" y="118932"/>
                  <a:pt x="1902940" y="151562"/>
                </a:cubicBezTo>
                <a:cubicBezTo>
                  <a:pt x="1912615" y="175749"/>
                  <a:pt x="1927654" y="225703"/>
                  <a:pt x="1927654" y="225703"/>
                </a:cubicBezTo>
                <a:cubicBezTo>
                  <a:pt x="1923535" y="250416"/>
                  <a:pt x="1925473" y="276948"/>
                  <a:pt x="1915297" y="299843"/>
                </a:cubicBezTo>
                <a:cubicBezTo>
                  <a:pt x="1908200" y="315812"/>
                  <a:pt x="1891652" y="325726"/>
                  <a:pt x="1878227" y="336913"/>
                </a:cubicBezTo>
                <a:cubicBezTo>
                  <a:pt x="1866818" y="346421"/>
                  <a:pt x="1853241" y="352995"/>
                  <a:pt x="1841156" y="361627"/>
                </a:cubicBezTo>
                <a:cubicBezTo>
                  <a:pt x="1824398" y="373597"/>
                  <a:pt x="1807366" y="385294"/>
                  <a:pt x="1791729" y="398697"/>
                </a:cubicBezTo>
                <a:cubicBezTo>
                  <a:pt x="1778461" y="410070"/>
                  <a:pt x="1767810" y="424260"/>
                  <a:pt x="1754659" y="435767"/>
                </a:cubicBezTo>
                <a:cubicBezTo>
                  <a:pt x="1734811" y="453134"/>
                  <a:pt x="1712723" y="467827"/>
                  <a:pt x="1692875" y="485194"/>
                </a:cubicBezTo>
                <a:cubicBezTo>
                  <a:pt x="1679724" y="496702"/>
                  <a:pt x="1669073" y="510892"/>
                  <a:pt x="1655805" y="522265"/>
                </a:cubicBezTo>
                <a:cubicBezTo>
                  <a:pt x="1623786" y="549710"/>
                  <a:pt x="1564137" y="587495"/>
                  <a:pt x="1532237" y="608762"/>
                </a:cubicBezTo>
                <a:lnTo>
                  <a:pt x="1495167" y="633476"/>
                </a:lnTo>
                <a:cubicBezTo>
                  <a:pt x="1482810" y="641714"/>
                  <a:pt x="1468598" y="647688"/>
                  <a:pt x="1458097" y="658189"/>
                </a:cubicBezTo>
                <a:cubicBezTo>
                  <a:pt x="1441621" y="674665"/>
                  <a:pt x="1424013" y="690081"/>
                  <a:pt x="1408670" y="707616"/>
                </a:cubicBezTo>
                <a:cubicBezTo>
                  <a:pt x="1377268" y="743504"/>
                  <a:pt x="1372511" y="758238"/>
                  <a:pt x="1346886" y="794113"/>
                </a:cubicBezTo>
                <a:cubicBezTo>
                  <a:pt x="1334916" y="810871"/>
                  <a:pt x="1321786" y="826782"/>
                  <a:pt x="1309816" y="843540"/>
                </a:cubicBezTo>
                <a:cubicBezTo>
                  <a:pt x="1301184" y="855625"/>
                  <a:pt x="1294610" y="869202"/>
                  <a:pt x="1285102" y="880611"/>
                </a:cubicBezTo>
                <a:cubicBezTo>
                  <a:pt x="1265726" y="903862"/>
                  <a:pt x="1223997" y="940645"/>
                  <a:pt x="1198605" y="954751"/>
                </a:cubicBezTo>
                <a:cubicBezTo>
                  <a:pt x="1179215" y="965523"/>
                  <a:pt x="1156961" y="970170"/>
                  <a:pt x="1136821" y="979465"/>
                </a:cubicBezTo>
                <a:cubicBezTo>
                  <a:pt x="1103371" y="994903"/>
                  <a:pt x="1037967" y="1028892"/>
                  <a:pt x="1037967" y="1028892"/>
                </a:cubicBezTo>
                <a:cubicBezTo>
                  <a:pt x="1034078" y="1034077"/>
                  <a:pt x="958133" y="1131531"/>
                  <a:pt x="939113" y="1164816"/>
                </a:cubicBezTo>
                <a:cubicBezTo>
                  <a:pt x="929974" y="1180809"/>
                  <a:pt x="923539" y="1198250"/>
                  <a:pt x="914400" y="1214243"/>
                </a:cubicBezTo>
                <a:cubicBezTo>
                  <a:pt x="904168" y="1232149"/>
                  <a:pt x="862672" y="1289770"/>
                  <a:pt x="852616" y="1300740"/>
                </a:cubicBezTo>
                <a:cubicBezTo>
                  <a:pt x="821127" y="1335092"/>
                  <a:pt x="786713" y="1366643"/>
                  <a:pt x="753762" y="1399594"/>
                </a:cubicBezTo>
                <a:lnTo>
                  <a:pt x="716691" y="1436665"/>
                </a:lnTo>
                <a:cubicBezTo>
                  <a:pt x="704334" y="1449022"/>
                  <a:pt x="694161" y="1464042"/>
                  <a:pt x="679621" y="1473735"/>
                </a:cubicBezTo>
                <a:cubicBezTo>
                  <a:pt x="654908" y="1490211"/>
                  <a:pt x="633659" y="1513769"/>
                  <a:pt x="605481" y="1523162"/>
                </a:cubicBezTo>
                <a:cubicBezTo>
                  <a:pt x="563894" y="1537024"/>
                  <a:pt x="561734" y="1535803"/>
                  <a:pt x="518983" y="1560232"/>
                </a:cubicBezTo>
                <a:cubicBezTo>
                  <a:pt x="396724" y="1630094"/>
                  <a:pt x="581849" y="1534979"/>
                  <a:pt x="432486" y="1609659"/>
                </a:cubicBezTo>
                <a:cubicBezTo>
                  <a:pt x="362464" y="1605540"/>
                  <a:pt x="292216" y="1604282"/>
                  <a:pt x="222421" y="1597303"/>
                </a:cubicBezTo>
                <a:cubicBezTo>
                  <a:pt x="209461" y="1596007"/>
                  <a:pt x="197987" y="1588105"/>
                  <a:pt x="185351" y="1584946"/>
                </a:cubicBezTo>
                <a:lnTo>
                  <a:pt x="86497" y="1560232"/>
                </a:lnTo>
                <a:cubicBezTo>
                  <a:pt x="78259" y="1547875"/>
                  <a:pt x="68425" y="1536445"/>
                  <a:pt x="61783" y="1523162"/>
                </a:cubicBezTo>
                <a:cubicBezTo>
                  <a:pt x="55958" y="1511512"/>
                  <a:pt x="55605" y="1506687"/>
                  <a:pt x="49427" y="1486092"/>
                </a:cubicBezTo>
                <a:close/>
              </a:path>
            </a:pathLst>
          </a:custGeom>
          <a:solidFill>
            <a:srgbClr val="C16F5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7">
            <a:extLst>
              <a:ext uri="{FF2B5EF4-FFF2-40B4-BE49-F238E27FC236}">
                <a16:creationId xmlns:a16="http://schemas.microsoft.com/office/drawing/2014/main" id="{7E59FAAE-7654-80E1-B566-8A661DDB7297}"/>
              </a:ext>
            </a:extLst>
          </p:cNvPr>
          <p:cNvSpPr/>
          <p:nvPr/>
        </p:nvSpPr>
        <p:spPr>
          <a:xfrm>
            <a:off x="2300615" y="2439038"/>
            <a:ext cx="1077565" cy="840285"/>
          </a:xfrm>
          <a:custGeom>
            <a:avLst/>
            <a:gdLst/>
            <a:ahLst/>
            <a:cxnLst/>
            <a:rect l="l" t="t" r="r" b="b"/>
            <a:pathLst>
              <a:path w="1619264" h="1482811" extrusionOk="0">
                <a:moveTo>
                  <a:pt x="457729" y="1408671"/>
                </a:moveTo>
                <a:cubicBezTo>
                  <a:pt x="404183" y="1392195"/>
                  <a:pt x="348180" y="1382234"/>
                  <a:pt x="297091" y="1359244"/>
                </a:cubicBezTo>
                <a:cubicBezTo>
                  <a:pt x="264779" y="1344704"/>
                  <a:pt x="237642" y="1320347"/>
                  <a:pt x="210593" y="1297460"/>
                </a:cubicBezTo>
                <a:cubicBezTo>
                  <a:pt x="143610" y="1240782"/>
                  <a:pt x="131909" y="1219710"/>
                  <a:pt x="87026" y="1149179"/>
                </a:cubicBezTo>
                <a:cubicBezTo>
                  <a:pt x="54523" y="1098103"/>
                  <a:pt x="44118" y="1082239"/>
                  <a:pt x="25242" y="1025611"/>
                </a:cubicBezTo>
                <a:cubicBezTo>
                  <a:pt x="19871" y="1009500"/>
                  <a:pt x="17004" y="992660"/>
                  <a:pt x="12885" y="976184"/>
                </a:cubicBezTo>
                <a:cubicBezTo>
                  <a:pt x="8766" y="930876"/>
                  <a:pt x="529" y="885755"/>
                  <a:pt x="529" y="840260"/>
                </a:cubicBezTo>
                <a:cubicBezTo>
                  <a:pt x="529" y="724857"/>
                  <a:pt x="-3905" y="608446"/>
                  <a:pt x="12885" y="494271"/>
                </a:cubicBezTo>
                <a:cubicBezTo>
                  <a:pt x="17206" y="464885"/>
                  <a:pt x="37598" y="436606"/>
                  <a:pt x="62312" y="420130"/>
                </a:cubicBezTo>
                <a:lnTo>
                  <a:pt x="136453" y="370703"/>
                </a:lnTo>
                <a:cubicBezTo>
                  <a:pt x="148810" y="362465"/>
                  <a:pt x="160240" y="352630"/>
                  <a:pt x="173523" y="345989"/>
                </a:cubicBezTo>
                <a:lnTo>
                  <a:pt x="222950" y="321276"/>
                </a:lnTo>
                <a:cubicBezTo>
                  <a:pt x="235050" y="303127"/>
                  <a:pt x="269342" y="255011"/>
                  <a:pt x="272377" y="234779"/>
                </a:cubicBezTo>
                <a:cubicBezTo>
                  <a:pt x="294707" y="85914"/>
                  <a:pt x="227759" y="59380"/>
                  <a:pt x="321804" y="12357"/>
                </a:cubicBezTo>
                <a:cubicBezTo>
                  <a:pt x="333454" y="6532"/>
                  <a:pt x="346518" y="4119"/>
                  <a:pt x="358875" y="0"/>
                </a:cubicBezTo>
                <a:cubicBezTo>
                  <a:pt x="433015" y="4119"/>
                  <a:pt x="507722" y="2324"/>
                  <a:pt x="581296" y="12357"/>
                </a:cubicBezTo>
                <a:cubicBezTo>
                  <a:pt x="597656" y="14588"/>
                  <a:pt x="686050" y="70913"/>
                  <a:pt x="692507" y="74141"/>
                </a:cubicBezTo>
                <a:cubicBezTo>
                  <a:pt x="712346" y="84061"/>
                  <a:pt x="734151" y="89559"/>
                  <a:pt x="754291" y="98854"/>
                </a:cubicBezTo>
                <a:cubicBezTo>
                  <a:pt x="972183" y="199419"/>
                  <a:pt x="750498" y="108709"/>
                  <a:pt x="927285" y="172995"/>
                </a:cubicBezTo>
                <a:cubicBezTo>
                  <a:pt x="948131" y="180575"/>
                  <a:pt x="967823" y="191334"/>
                  <a:pt x="989069" y="197708"/>
                </a:cubicBezTo>
                <a:cubicBezTo>
                  <a:pt x="1009186" y="203743"/>
                  <a:pt x="1030736" y="204030"/>
                  <a:pt x="1050853" y="210065"/>
                </a:cubicBezTo>
                <a:cubicBezTo>
                  <a:pt x="1072099" y="216439"/>
                  <a:pt x="1091391" y="228405"/>
                  <a:pt x="1112637" y="234779"/>
                </a:cubicBezTo>
                <a:cubicBezTo>
                  <a:pt x="1132754" y="240814"/>
                  <a:pt x="1154159" y="241609"/>
                  <a:pt x="1174421" y="247135"/>
                </a:cubicBezTo>
                <a:cubicBezTo>
                  <a:pt x="1264980" y="271833"/>
                  <a:pt x="1237359" y="275627"/>
                  <a:pt x="1335058" y="296562"/>
                </a:cubicBezTo>
                <a:cubicBezTo>
                  <a:pt x="1363537" y="302665"/>
                  <a:pt x="1392827" y="304131"/>
                  <a:pt x="1421556" y="308919"/>
                </a:cubicBezTo>
                <a:cubicBezTo>
                  <a:pt x="1460760" y="315453"/>
                  <a:pt x="1553343" y="336372"/>
                  <a:pt x="1582193" y="345989"/>
                </a:cubicBezTo>
                <a:lnTo>
                  <a:pt x="1619264" y="358346"/>
                </a:lnTo>
                <a:cubicBezTo>
                  <a:pt x="1611026" y="374822"/>
                  <a:pt x="1605257" y="392784"/>
                  <a:pt x="1594550" y="407773"/>
                </a:cubicBezTo>
                <a:cubicBezTo>
                  <a:pt x="1584393" y="421993"/>
                  <a:pt x="1570820" y="433556"/>
                  <a:pt x="1557480" y="444844"/>
                </a:cubicBezTo>
                <a:cubicBezTo>
                  <a:pt x="1316851" y="648454"/>
                  <a:pt x="1523904" y="475694"/>
                  <a:pt x="1372129" y="580768"/>
                </a:cubicBezTo>
                <a:cubicBezTo>
                  <a:pt x="1338264" y="604213"/>
                  <a:pt x="1307546" y="632060"/>
                  <a:pt x="1273275" y="654908"/>
                </a:cubicBezTo>
                <a:cubicBezTo>
                  <a:pt x="1260918" y="663146"/>
                  <a:pt x="1249854" y="673772"/>
                  <a:pt x="1236204" y="679622"/>
                </a:cubicBezTo>
                <a:cubicBezTo>
                  <a:pt x="1220594" y="686312"/>
                  <a:pt x="1202678" y="686016"/>
                  <a:pt x="1186777" y="691979"/>
                </a:cubicBezTo>
                <a:cubicBezTo>
                  <a:pt x="1169530" y="698447"/>
                  <a:pt x="1154453" y="709851"/>
                  <a:pt x="1137350" y="716692"/>
                </a:cubicBezTo>
                <a:cubicBezTo>
                  <a:pt x="1137293" y="716715"/>
                  <a:pt x="1044703" y="747574"/>
                  <a:pt x="1026139" y="753762"/>
                </a:cubicBezTo>
                <a:cubicBezTo>
                  <a:pt x="1013782" y="757881"/>
                  <a:pt x="1001162" y="761282"/>
                  <a:pt x="989069" y="766119"/>
                </a:cubicBezTo>
                <a:cubicBezTo>
                  <a:pt x="968474" y="774357"/>
                  <a:pt x="946675" y="780061"/>
                  <a:pt x="927285" y="790833"/>
                </a:cubicBezTo>
                <a:cubicBezTo>
                  <a:pt x="905808" y="802765"/>
                  <a:pt x="856842" y="843568"/>
                  <a:pt x="840788" y="864973"/>
                </a:cubicBezTo>
                <a:cubicBezTo>
                  <a:pt x="826378" y="884187"/>
                  <a:pt x="817040" y="906773"/>
                  <a:pt x="803718" y="926757"/>
                </a:cubicBezTo>
                <a:cubicBezTo>
                  <a:pt x="792294" y="943893"/>
                  <a:pt x="779005" y="959708"/>
                  <a:pt x="766648" y="976184"/>
                </a:cubicBezTo>
                <a:cubicBezTo>
                  <a:pt x="725896" y="1098437"/>
                  <a:pt x="776710" y="935045"/>
                  <a:pt x="741934" y="1248033"/>
                </a:cubicBezTo>
                <a:cubicBezTo>
                  <a:pt x="738183" y="1281791"/>
                  <a:pt x="727962" y="1314665"/>
                  <a:pt x="717221" y="1346887"/>
                </a:cubicBezTo>
                <a:cubicBezTo>
                  <a:pt x="708983" y="1371600"/>
                  <a:pt x="710927" y="1402606"/>
                  <a:pt x="692507" y="1421027"/>
                </a:cubicBezTo>
                <a:cubicBezTo>
                  <a:pt x="644936" y="1468599"/>
                  <a:pt x="669977" y="1448405"/>
                  <a:pt x="618366" y="1482811"/>
                </a:cubicBezTo>
                <a:cubicBezTo>
                  <a:pt x="577177" y="1478692"/>
                  <a:pt x="535484" y="1478082"/>
                  <a:pt x="494799" y="1470454"/>
                </a:cubicBezTo>
                <a:cubicBezTo>
                  <a:pt x="469195" y="1465653"/>
                  <a:pt x="420658" y="1471791"/>
                  <a:pt x="420658" y="1445741"/>
                </a:cubicBezTo>
                <a:lnTo>
                  <a:pt x="457729" y="1408671"/>
                </a:lnTo>
                <a:close/>
              </a:path>
            </a:pathLst>
          </a:custGeom>
          <a:solidFill>
            <a:srgbClr val="C16F5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7">
            <a:extLst>
              <a:ext uri="{FF2B5EF4-FFF2-40B4-BE49-F238E27FC236}">
                <a16:creationId xmlns:a16="http://schemas.microsoft.com/office/drawing/2014/main" id="{0A00E2CE-ECD0-69CB-D7E2-66FF4F8DB8C9}"/>
              </a:ext>
            </a:extLst>
          </p:cNvPr>
          <p:cNvSpPr/>
          <p:nvPr/>
        </p:nvSpPr>
        <p:spPr>
          <a:xfrm rot="2649404">
            <a:off x="1549669" y="3448826"/>
            <a:ext cx="840259" cy="1998514"/>
          </a:xfrm>
          <a:custGeom>
            <a:avLst/>
            <a:gdLst/>
            <a:ahLst/>
            <a:cxnLst/>
            <a:rect l="l" t="t" r="r" b="b"/>
            <a:pathLst>
              <a:path w="1619264" h="1482811" extrusionOk="0">
                <a:moveTo>
                  <a:pt x="457729" y="1408671"/>
                </a:moveTo>
                <a:cubicBezTo>
                  <a:pt x="404183" y="1392195"/>
                  <a:pt x="348180" y="1382234"/>
                  <a:pt x="297091" y="1359244"/>
                </a:cubicBezTo>
                <a:cubicBezTo>
                  <a:pt x="264779" y="1344704"/>
                  <a:pt x="237642" y="1320347"/>
                  <a:pt x="210593" y="1297460"/>
                </a:cubicBezTo>
                <a:cubicBezTo>
                  <a:pt x="143610" y="1240782"/>
                  <a:pt x="131909" y="1219710"/>
                  <a:pt x="87026" y="1149179"/>
                </a:cubicBezTo>
                <a:cubicBezTo>
                  <a:pt x="54523" y="1098103"/>
                  <a:pt x="44118" y="1082239"/>
                  <a:pt x="25242" y="1025611"/>
                </a:cubicBezTo>
                <a:cubicBezTo>
                  <a:pt x="19871" y="1009500"/>
                  <a:pt x="17004" y="992660"/>
                  <a:pt x="12885" y="976184"/>
                </a:cubicBezTo>
                <a:cubicBezTo>
                  <a:pt x="8766" y="930876"/>
                  <a:pt x="529" y="885755"/>
                  <a:pt x="529" y="840260"/>
                </a:cubicBezTo>
                <a:cubicBezTo>
                  <a:pt x="529" y="724857"/>
                  <a:pt x="-3905" y="608446"/>
                  <a:pt x="12885" y="494271"/>
                </a:cubicBezTo>
                <a:cubicBezTo>
                  <a:pt x="17206" y="464885"/>
                  <a:pt x="37598" y="436606"/>
                  <a:pt x="62312" y="420130"/>
                </a:cubicBezTo>
                <a:lnTo>
                  <a:pt x="136453" y="370703"/>
                </a:lnTo>
                <a:cubicBezTo>
                  <a:pt x="148810" y="362465"/>
                  <a:pt x="160240" y="352630"/>
                  <a:pt x="173523" y="345989"/>
                </a:cubicBezTo>
                <a:lnTo>
                  <a:pt x="222950" y="321276"/>
                </a:lnTo>
                <a:cubicBezTo>
                  <a:pt x="235050" y="303127"/>
                  <a:pt x="269342" y="255011"/>
                  <a:pt x="272377" y="234779"/>
                </a:cubicBezTo>
                <a:cubicBezTo>
                  <a:pt x="294707" y="85914"/>
                  <a:pt x="227759" y="59380"/>
                  <a:pt x="321804" y="12357"/>
                </a:cubicBezTo>
                <a:cubicBezTo>
                  <a:pt x="333454" y="6532"/>
                  <a:pt x="346518" y="4119"/>
                  <a:pt x="358875" y="0"/>
                </a:cubicBezTo>
                <a:cubicBezTo>
                  <a:pt x="433015" y="4119"/>
                  <a:pt x="507722" y="2324"/>
                  <a:pt x="581296" y="12357"/>
                </a:cubicBezTo>
                <a:cubicBezTo>
                  <a:pt x="597656" y="14588"/>
                  <a:pt x="686050" y="70913"/>
                  <a:pt x="692507" y="74141"/>
                </a:cubicBezTo>
                <a:cubicBezTo>
                  <a:pt x="712346" y="84061"/>
                  <a:pt x="734151" y="89559"/>
                  <a:pt x="754291" y="98854"/>
                </a:cubicBezTo>
                <a:cubicBezTo>
                  <a:pt x="972183" y="199419"/>
                  <a:pt x="750498" y="108709"/>
                  <a:pt x="927285" y="172995"/>
                </a:cubicBezTo>
                <a:cubicBezTo>
                  <a:pt x="948131" y="180575"/>
                  <a:pt x="967823" y="191334"/>
                  <a:pt x="989069" y="197708"/>
                </a:cubicBezTo>
                <a:cubicBezTo>
                  <a:pt x="1009186" y="203743"/>
                  <a:pt x="1030736" y="204030"/>
                  <a:pt x="1050853" y="210065"/>
                </a:cubicBezTo>
                <a:cubicBezTo>
                  <a:pt x="1072099" y="216439"/>
                  <a:pt x="1091391" y="228405"/>
                  <a:pt x="1112637" y="234779"/>
                </a:cubicBezTo>
                <a:cubicBezTo>
                  <a:pt x="1132754" y="240814"/>
                  <a:pt x="1154159" y="241609"/>
                  <a:pt x="1174421" y="247135"/>
                </a:cubicBezTo>
                <a:cubicBezTo>
                  <a:pt x="1264980" y="271833"/>
                  <a:pt x="1237359" y="275627"/>
                  <a:pt x="1335058" y="296562"/>
                </a:cubicBezTo>
                <a:cubicBezTo>
                  <a:pt x="1363537" y="302665"/>
                  <a:pt x="1392827" y="304131"/>
                  <a:pt x="1421556" y="308919"/>
                </a:cubicBezTo>
                <a:cubicBezTo>
                  <a:pt x="1460760" y="315453"/>
                  <a:pt x="1553343" y="336372"/>
                  <a:pt x="1582193" y="345989"/>
                </a:cubicBezTo>
                <a:lnTo>
                  <a:pt x="1619264" y="358346"/>
                </a:lnTo>
                <a:cubicBezTo>
                  <a:pt x="1611026" y="374822"/>
                  <a:pt x="1605257" y="392784"/>
                  <a:pt x="1594550" y="407773"/>
                </a:cubicBezTo>
                <a:cubicBezTo>
                  <a:pt x="1584393" y="421993"/>
                  <a:pt x="1570820" y="433556"/>
                  <a:pt x="1557480" y="444844"/>
                </a:cubicBezTo>
                <a:cubicBezTo>
                  <a:pt x="1316851" y="648454"/>
                  <a:pt x="1523904" y="475694"/>
                  <a:pt x="1372129" y="580768"/>
                </a:cubicBezTo>
                <a:cubicBezTo>
                  <a:pt x="1338264" y="604213"/>
                  <a:pt x="1307546" y="632060"/>
                  <a:pt x="1273275" y="654908"/>
                </a:cubicBezTo>
                <a:cubicBezTo>
                  <a:pt x="1260918" y="663146"/>
                  <a:pt x="1249854" y="673772"/>
                  <a:pt x="1236204" y="679622"/>
                </a:cubicBezTo>
                <a:cubicBezTo>
                  <a:pt x="1220594" y="686312"/>
                  <a:pt x="1202678" y="686016"/>
                  <a:pt x="1186777" y="691979"/>
                </a:cubicBezTo>
                <a:cubicBezTo>
                  <a:pt x="1169530" y="698447"/>
                  <a:pt x="1154453" y="709851"/>
                  <a:pt x="1137350" y="716692"/>
                </a:cubicBezTo>
                <a:cubicBezTo>
                  <a:pt x="1137293" y="716715"/>
                  <a:pt x="1044703" y="747574"/>
                  <a:pt x="1026139" y="753762"/>
                </a:cubicBezTo>
                <a:cubicBezTo>
                  <a:pt x="1013782" y="757881"/>
                  <a:pt x="1001162" y="761282"/>
                  <a:pt x="989069" y="766119"/>
                </a:cubicBezTo>
                <a:cubicBezTo>
                  <a:pt x="968474" y="774357"/>
                  <a:pt x="946675" y="780061"/>
                  <a:pt x="927285" y="790833"/>
                </a:cubicBezTo>
                <a:cubicBezTo>
                  <a:pt x="905808" y="802765"/>
                  <a:pt x="856842" y="843568"/>
                  <a:pt x="840788" y="864973"/>
                </a:cubicBezTo>
                <a:cubicBezTo>
                  <a:pt x="826378" y="884187"/>
                  <a:pt x="817040" y="906773"/>
                  <a:pt x="803718" y="926757"/>
                </a:cubicBezTo>
                <a:cubicBezTo>
                  <a:pt x="792294" y="943893"/>
                  <a:pt x="779005" y="959708"/>
                  <a:pt x="766648" y="976184"/>
                </a:cubicBezTo>
                <a:cubicBezTo>
                  <a:pt x="725896" y="1098437"/>
                  <a:pt x="776710" y="935045"/>
                  <a:pt x="741934" y="1248033"/>
                </a:cubicBezTo>
                <a:cubicBezTo>
                  <a:pt x="738183" y="1281791"/>
                  <a:pt x="727962" y="1314665"/>
                  <a:pt x="717221" y="1346887"/>
                </a:cubicBezTo>
                <a:cubicBezTo>
                  <a:pt x="708983" y="1371600"/>
                  <a:pt x="710927" y="1402606"/>
                  <a:pt x="692507" y="1421027"/>
                </a:cubicBezTo>
                <a:cubicBezTo>
                  <a:pt x="644936" y="1468599"/>
                  <a:pt x="669977" y="1448405"/>
                  <a:pt x="618366" y="1482811"/>
                </a:cubicBezTo>
                <a:cubicBezTo>
                  <a:pt x="577177" y="1478692"/>
                  <a:pt x="535484" y="1478082"/>
                  <a:pt x="494799" y="1470454"/>
                </a:cubicBezTo>
                <a:cubicBezTo>
                  <a:pt x="469195" y="1465653"/>
                  <a:pt x="420658" y="1471791"/>
                  <a:pt x="420658" y="1445741"/>
                </a:cubicBezTo>
                <a:lnTo>
                  <a:pt x="457729" y="1408671"/>
                </a:lnTo>
                <a:close/>
              </a:path>
            </a:pathLst>
          </a:custGeom>
          <a:solidFill>
            <a:srgbClr val="EBB48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7">
            <a:extLst>
              <a:ext uri="{FF2B5EF4-FFF2-40B4-BE49-F238E27FC236}">
                <a16:creationId xmlns:a16="http://schemas.microsoft.com/office/drawing/2014/main" id="{E9A30B9B-16AF-97A5-C159-4C9B2760DE4D}"/>
              </a:ext>
            </a:extLst>
          </p:cNvPr>
          <p:cNvSpPr/>
          <p:nvPr/>
        </p:nvSpPr>
        <p:spPr>
          <a:xfrm>
            <a:off x="2799115" y="3786145"/>
            <a:ext cx="2052883" cy="1841157"/>
          </a:xfrm>
          <a:custGeom>
            <a:avLst/>
            <a:gdLst/>
            <a:ahLst/>
            <a:cxnLst/>
            <a:rect l="l" t="t" r="r" b="b"/>
            <a:pathLst>
              <a:path w="2052883" h="1841157" extrusionOk="0">
                <a:moveTo>
                  <a:pt x="75802" y="1248033"/>
                </a:moveTo>
                <a:cubicBezTo>
                  <a:pt x="67564" y="1210963"/>
                  <a:pt x="60873" y="1173514"/>
                  <a:pt x="51088" y="1136822"/>
                </a:cubicBezTo>
                <a:cubicBezTo>
                  <a:pt x="921" y="948695"/>
                  <a:pt x="46651" y="1164062"/>
                  <a:pt x="14018" y="1000898"/>
                </a:cubicBezTo>
                <a:cubicBezTo>
                  <a:pt x="3460" y="853083"/>
                  <a:pt x="-11385" y="745540"/>
                  <a:pt x="14018" y="593125"/>
                </a:cubicBezTo>
                <a:cubicBezTo>
                  <a:pt x="17966" y="569435"/>
                  <a:pt x="37315" y="551017"/>
                  <a:pt x="51088" y="531341"/>
                </a:cubicBezTo>
                <a:cubicBezTo>
                  <a:pt x="103551" y="456393"/>
                  <a:pt x="208375" y="353843"/>
                  <a:pt x="273510" y="321276"/>
                </a:cubicBezTo>
                <a:cubicBezTo>
                  <a:pt x="375086" y="270488"/>
                  <a:pt x="430206" y="229645"/>
                  <a:pt x="533002" y="210065"/>
                </a:cubicBezTo>
                <a:cubicBezTo>
                  <a:pt x="590223" y="199166"/>
                  <a:pt x="648331" y="193590"/>
                  <a:pt x="705996" y="185352"/>
                </a:cubicBezTo>
                <a:lnTo>
                  <a:pt x="792494" y="172995"/>
                </a:lnTo>
                <a:cubicBezTo>
                  <a:pt x="821326" y="168876"/>
                  <a:pt x="850987" y="168639"/>
                  <a:pt x="878991" y="160638"/>
                </a:cubicBezTo>
                <a:cubicBezTo>
                  <a:pt x="1030810" y="117262"/>
                  <a:pt x="936387" y="143201"/>
                  <a:pt x="1163196" y="86498"/>
                </a:cubicBezTo>
                <a:cubicBezTo>
                  <a:pt x="1196147" y="78260"/>
                  <a:pt x="1229391" y="71115"/>
                  <a:pt x="1262050" y="61784"/>
                </a:cubicBezTo>
                <a:cubicBezTo>
                  <a:pt x="1309315" y="48280"/>
                  <a:pt x="1400888" y="21079"/>
                  <a:pt x="1447402" y="12357"/>
                </a:cubicBezTo>
                <a:cubicBezTo>
                  <a:pt x="1480041" y="6237"/>
                  <a:pt x="1513305" y="4119"/>
                  <a:pt x="1546256" y="0"/>
                </a:cubicBezTo>
                <a:cubicBezTo>
                  <a:pt x="1665705" y="8238"/>
                  <a:pt x="1786305" y="6230"/>
                  <a:pt x="1904602" y="24714"/>
                </a:cubicBezTo>
                <a:cubicBezTo>
                  <a:pt x="1921867" y="27412"/>
                  <a:pt x="1930485" y="48359"/>
                  <a:pt x="1941672" y="61784"/>
                </a:cubicBezTo>
                <a:cubicBezTo>
                  <a:pt x="1969046" y="94632"/>
                  <a:pt x="1969120" y="109818"/>
                  <a:pt x="1991099" y="148282"/>
                </a:cubicBezTo>
                <a:cubicBezTo>
                  <a:pt x="1998467" y="161176"/>
                  <a:pt x="2007575" y="172995"/>
                  <a:pt x="2015813" y="185352"/>
                </a:cubicBezTo>
                <a:cubicBezTo>
                  <a:pt x="2043685" y="296842"/>
                  <a:pt x="2029785" y="251984"/>
                  <a:pt x="2052883" y="321276"/>
                </a:cubicBezTo>
                <a:cubicBezTo>
                  <a:pt x="2044639" y="395470"/>
                  <a:pt x="2042037" y="437288"/>
                  <a:pt x="2028169" y="506627"/>
                </a:cubicBezTo>
                <a:cubicBezTo>
                  <a:pt x="2015292" y="571015"/>
                  <a:pt x="2019160" y="538160"/>
                  <a:pt x="2003456" y="593125"/>
                </a:cubicBezTo>
                <a:cubicBezTo>
                  <a:pt x="1998790" y="609454"/>
                  <a:pt x="1995765" y="626223"/>
                  <a:pt x="1991099" y="642552"/>
                </a:cubicBezTo>
                <a:cubicBezTo>
                  <a:pt x="1987521" y="655076"/>
                  <a:pt x="1982098" y="667037"/>
                  <a:pt x="1978742" y="679622"/>
                </a:cubicBezTo>
                <a:cubicBezTo>
                  <a:pt x="1965615" y="728850"/>
                  <a:pt x="1960593" y="780599"/>
                  <a:pt x="1941672" y="827903"/>
                </a:cubicBezTo>
                <a:cubicBezTo>
                  <a:pt x="1922030" y="877009"/>
                  <a:pt x="1916986" y="894580"/>
                  <a:pt x="1892245" y="939114"/>
                </a:cubicBezTo>
                <a:cubicBezTo>
                  <a:pt x="1880581" y="960109"/>
                  <a:pt x="1866839" y="979903"/>
                  <a:pt x="1855175" y="1000898"/>
                </a:cubicBezTo>
                <a:cubicBezTo>
                  <a:pt x="1846229" y="1017000"/>
                  <a:pt x="1841168" y="1035336"/>
                  <a:pt x="1830461" y="1050325"/>
                </a:cubicBezTo>
                <a:cubicBezTo>
                  <a:pt x="1649711" y="1303373"/>
                  <a:pt x="1798651" y="1087436"/>
                  <a:pt x="1682180" y="1223319"/>
                </a:cubicBezTo>
                <a:cubicBezTo>
                  <a:pt x="1578259" y="1344560"/>
                  <a:pt x="1611930" y="1311876"/>
                  <a:pt x="1546256" y="1396314"/>
                </a:cubicBezTo>
                <a:cubicBezTo>
                  <a:pt x="1530064" y="1417132"/>
                  <a:pt x="1519445" y="1444529"/>
                  <a:pt x="1496829" y="1458098"/>
                </a:cubicBezTo>
                <a:cubicBezTo>
                  <a:pt x="1476234" y="1470455"/>
                  <a:pt x="1454003" y="1480423"/>
                  <a:pt x="1435045" y="1495168"/>
                </a:cubicBezTo>
                <a:cubicBezTo>
                  <a:pt x="1416653" y="1509473"/>
                  <a:pt x="1404706" y="1531233"/>
                  <a:pt x="1385618" y="1544595"/>
                </a:cubicBezTo>
                <a:cubicBezTo>
                  <a:pt x="1340059" y="1576486"/>
                  <a:pt x="1298261" y="1583524"/>
                  <a:pt x="1249694" y="1606379"/>
                </a:cubicBezTo>
                <a:cubicBezTo>
                  <a:pt x="1249573" y="1606436"/>
                  <a:pt x="1095961" y="1683246"/>
                  <a:pt x="1051986" y="1705233"/>
                </a:cubicBezTo>
                <a:lnTo>
                  <a:pt x="1002559" y="1729946"/>
                </a:lnTo>
                <a:cubicBezTo>
                  <a:pt x="986083" y="1738184"/>
                  <a:pt x="970607" y="1748835"/>
                  <a:pt x="953132" y="1754660"/>
                </a:cubicBezTo>
                <a:cubicBezTo>
                  <a:pt x="940775" y="1758779"/>
                  <a:pt x="927711" y="1761192"/>
                  <a:pt x="916061" y="1767017"/>
                </a:cubicBezTo>
                <a:cubicBezTo>
                  <a:pt x="902778" y="1773658"/>
                  <a:pt x="892562" y="1785699"/>
                  <a:pt x="878991" y="1791730"/>
                </a:cubicBezTo>
                <a:cubicBezTo>
                  <a:pt x="810818" y="1822029"/>
                  <a:pt x="809520" y="1812187"/>
                  <a:pt x="743067" y="1828800"/>
                </a:cubicBezTo>
                <a:cubicBezTo>
                  <a:pt x="730430" y="1831959"/>
                  <a:pt x="718353" y="1837038"/>
                  <a:pt x="705996" y="1841157"/>
                </a:cubicBezTo>
                <a:cubicBezTo>
                  <a:pt x="671284" y="1838001"/>
                  <a:pt x="580542" y="1840214"/>
                  <a:pt x="533002" y="1816444"/>
                </a:cubicBezTo>
                <a:cubicBezTo>
                  <a:pt x="505234" y="1802560"/>
                  <a:pt x="478379" y="1778081"/>
                  <a:pt x="458861" y="1754660"/>
                </a:cubicBezTo>
                <a:cubicBezTo>
                  <a:pt x="449354" y="1743251"/>
                  <a:pt x="443655" y="1728999"/>
                  <a:pt x="434148" y="1717590"/>
                </a:cubicBezTo>
                <a:cubicBezTo>
                  <a:pt x="422961" y="1704165"/>
                  <a:pt x="407235" y="1694739"/>
                  <a:pt x="397078" y="1680519"/>
                </a:cubicBezTo>
                <a:cubicBezTo>
                  <a:pt x="340070" y="1600708"/>
                  <a:pt x="408372" y="1655097"/>
                  <a:pt x="335294" y="1606379"/>
                </a:cubicBezTo>
                <a:cubicBezTo>
                  <a:pt x="327056" y="1594022"/>
                  <a:pt x="318451" y="1581903"/>
                  <a:pt x="310580" y="1569309"/>
                </a:cubicBezTo>
                <a:cubicBezTo>
                  <a:pt x="297851" y="1548942"/>
                  <a:pt x="288719" y="1526113"/>
                  <a:pt x="273510" y="1507525"/>
                </a:cubicBezTo>
                <a:cubicBezTo>
                  <a:pt x="251378" y="1480475"/>
                  <a:pt x="218756" y="1462465"/>
                  <a:pt x="199369" y="1433384"/>
                </a:cubicBezTo>
                <a:cubicBezTo>
                  <a:pt x="166418" y="1383957"/>
                  <a:pt x="187013" y="1404552"/>
                  <a:pt x="137586" y="1371600"/>
                </a:cubicBezTo>
                <a:cubicBezTo>
                  <a:pt x="121110" y="1346887"/>
                  <a:pt x="97552" y="1325638"/>
                  <a:pt x="88159" y="1297460"/>
                </a:cubicBezTo>
                <a:lnTo>
                  <a:pt x="75802" y="1248033"/>
                </a:lnTo>
                <a:close/>
              </a:path>
            </a:pathLst>
          </a:custGeom>
          <a:solidFill>
            <a:srgbClr val="CD6B49"/>
          </a:solidFill>
          <a:ln w="12700" cap="flat" cmpd="sng">
            <a:solidFill>
              <a:srgbClr val="0C41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7">
            <a:extLst>
              <a:ext uri="{FF2B5EF4-FFF2-40B4-BE49-F238E27FC236}">
                <a16:creationId xmlns:a16="http://schemas.microsoft.com/office/drawing/2014/main" id="{DD7114CA-E0A7-59CE-E416-6BDD9CF37C48}"/>
              </a:ext>
            </a:extLst>
          </p:cNvPr>
          <p:cNvSpPr/>
          <p:nvPr/>
        </p:nvSpPr>
        <p:spPr>
          <a:xfrm rot="-2623013">
            <a:off x="840674" y="2653915"/>
            <a:ext cx="1480227" cy="1216166"/>
          </a:xfrm>
          <a:custGeom>
            <a:avLst/>
            <a:gdLst/>
            <a:ahLst/>
            <a:cxnLst/>
            <a:rect l="l" t="t" r="r" b="b"/>
            <a:pathLst>
              <a:path w="2052883" h="1841157" extrusionOk="0">
                <a:moveTo>
                  <a:pt x="75802" y="1248033"/>
                </a:moveTo>
                <a:cubicBezTo>
                  <a:pt x="67564" y="1210963"/>
                  <a:pt x="60873" y="1173514"/>
                  <a:pt x="51088" y="1136822"/>
                </a:cubicBezTo>
                <a:cubicBezTo>
                  <a:pt x="921" y="948695"/>
                  <a:pt x="46651" y="1164062"/>
                  <a:pt x="14018" y="1000898"/>
                </a:cubicBezTo>
                <a:cubicBezTo>
                  <a:pt x="3460" y="853083"/>
                  <a:pt x="-11385" y="745540"/>
                  <a:pt x="14018" y="593125"/>
                </a:cubicBezTo>
                <a:cubicBezTo>
                  <a:pt x="17966" y="569435"/>
                  <a:pt x="37315" y="551017"/>
                  <a:pt x="51088" y="531341"/>
                </a:cubicBezTo>
                <a:cubicBezTo>
                  <a:pt x="103551" y="456393"/>
                  <a:pt x="208375" y="353843"/>
                  <a:pt x="273510" y="321276"/>
                </a:cubicBezTo>
                <a:cubicBezTo>
                  <a:pt x="375086" y="270488"/>
                  <a:pt x="430206" y="229645"/>
                  <a:pt x="533002" y="210065"/>
                </a:cubicBezTo>
                <a:cubicBezTo>
                  <a:pt x="590223" y="199166"/>
                  <a:pt x="648331" y="193590"/>
                  <a:pt x="705996" y="185352"/>
                </a:cubicBezTo>
                <a:lnTo>
                  <a:pt x="792494" y="172995"/>
                </a:lnTo>
                <a:cubicBezTo>
                  <a:pt x="821326" y="168876"/>
                  <a:pt x="850987" y="168639"/>
                  <a:pt x="878991" y="160638"/>
                </a:cubicBezTo>
                <a:cubicBezTo>
                  <a:pt x="1030810" y="117262"/>
                  <a:pt x="936387" y="143201"/>
                  <a:pt x="1163196" y="86498"/>
                </a:cubicBezTo>
                <a:cubicBezTo>
                  <a:pt x="1196147" y="78260"/>
                  <a:pt x="1229391" y="71115"/>
                  <a:pt x="1262050" y="61784"/>
                </a:cubicBezTo>
                <a:cubicBezTo>
                  <a:pt x="1309315" y="48280"/>
                  <a:pt x="1400888" y="21079"/>
                  <a:pt x="1447402" y="12357"/>
                </a:cubicBezTo>
                <a:cubicBezTo>
                  <a:pt x="1480041" y="6237"/>
                  <a:pt x="1513305" y="4119"/>
                  <a:pt x="1546256" y="0"/>
                </a:cubicBezTo>
                <a:cubicBezTo>
                  <a:pt x="1665705" y="8238"/>
                  <a:pt x="1786305" y="6230"/>
                  <a:pt x="1904602" y="24714"/>
                </a:cubicBezTo>
                <a:cubicBezTo>
                  <a:pt x="1921867" y="27412"/>
                  <a:pt x="1930485" y="48359"/>
                  <a:pt x="1941672" y="61784"/>
                </a:cubicBezTo>
                <a:cubicBezTo>
                  <a:pt x="1969046" y="94632"/>
                  <a:pt x="1969120" y="109818"/>
                  <a:pt x="1991099" y="148282"/>
                </a:cubicBezTo>
                <a:cubicBezTo>
                  <a:pt x="1998467" y="161176"/>
                  <a:pt x="2007575" y="172995"/>
                  <a:pt x="2015813" y="185352"/>
                </a:cubicBezTo>
                <a:cubicBezTo>
                  <a:pt x="2043685" y="296842"/>
                  <a:pt x="2029785" y="251984"/>
                  <a:pt x="2052883" y="321276"/>
                </a:cubicBezTo>
                <a:cubicBezTo>
                  <a:pt x="2044639" y="395470"/>
                  <a:pt x="2042037" y="437288"/>
                  <a:pt x="2028169" y="506627"/>
                </a:cubicBezTo>
                <a:cubicBezTo>
                  <a:pt x="2015292" y="571015"/>
                  <a:pt x="2019160" y="538160"/>
                  <a:pt x="2003456" y="593125"/>
                </a:cubicBezTo>
                <a:cubicBezTo>
                  <a:pt x="1998790" y="609454"/>
                  <a:pt x="1995765" y="626223"/>
                  <a:pt x="1991099" y="642552"/>
                </a:cubicBezTo>
                <a:cubicBezTo>
                  <a:pt x="1987521" y="655076"/>
                  <a:pt x="1982098" y="667037"/>
                  <a:pt x="1978742" y="679622"/>
                </a:cubicBezTo>
                <a:cubicBezTo>
                  <a:pt x="1965615" y="728850"/>
                  <a:pt x="1960593" y="780599"/>
                  <a:pt x="1941672" y="827903"/>
                </a:cubicBezTo>
                <a:cubicBezTo>
                  <a:pt x="1922030" y="877009"/>
                  <a:pt x="1916986" y="894580"/>
                  <a:pt x="1892245" y="939114"/>
                </a:cubicBezTo>
                <a:cubicBezTo>
                  <a:pt x="1880581" y="960109"/>
                  <a:pt x="1866839" y="979903"/>
                  <a:pt x="1855175" y="1000898"/>
                </a:cubicBezTo>
                <a:cubicBezTo>
                  <a:pt x="1846229" y="1017000"/>
                  <a:pt x="1841168" y="1035336"/>
                  <a:pt x="1830461" y="1050325"/>
                </a:cubicBezTo>
                <a:cubicBezTo>
                  <a:pt x="1649711" y="1303373"/>
                  <a:pt x="1798651" y="1087436"/>
                  <a:pt x="1682180" y="1223319"/>
                </a:cubicBezTo>
                <a:cubicBezTo>
                  <a:pt x="1578259" y="1344560"/>
                  <a:pt x="1611930" y="1311876"/>
                  <a:pt x="1546256" y="1396314"/>
                </a:cubicBezTo>
                <a:cubicBezTo>
                  <a:pt x="1530064" y="1417132"/>
                  <a:pt x="1519445" y="1444529"/>
                  <a:pt x="1496829" y="1458098"/>
                </a:cubicBezTo>
                <a:cubicBezTo>
                  <a:pt x="1476234" y="1470455"/>
                  <a:pt x="1454003" y="1480423"/>
                  <a:pt x="1435045" y="1495168"/>
                </a:cubicBezTo>
                <a:cubicBezTo>
                  <a:pt x="1416653" y="1509473"/>
                  <a:pt x="1404706" y="1531233"/>
                  <a:pt x="1385618" y="1544595"/>
                </a:cubicBezTo>
                <a:cubicBezTo>
                  <a:pt x="1340059" y="1576486"/>
                  <a:pt x="1298261" y="1583524"/>
                  <a:pt x="1249694" y="1606379"/>
                </a:cubicBezTo>
                <a:cubicBezTo>
                  <a:pt x="1249573" y="1606436"/>
                  <a:pt x="1095961" y="1683246"/>
                  <a:pt x="1051986" y="1705233"/>
                </a:cubicBezTo>
                <a:lnTo>
                  <a:pt x="1002559" y="1729946"/>
                </a:lnTo>
                <a:cubicBezTo>
                  <a:pt x="986083" y="1738184"/>
                  <a:pt x="970607" y="1748835"/>
                  <a:pt x="953132" y="1754660"/>
                </a:cubicBezTo>
                <a:cubicBezTo>
                  <a:pt x="940775" y="1758779"/>
                  <a:pt x="927711" y="1761192"/>
                  <a:pt x="916061" y="1767017"/>
                </a:cubicBezTo>
                <a:cubicBezTo>
                  <a:pt x="902778" y="1773658"/>
                  <a:pt x="892562" y="1785699"/>
                  <a:pt x="878991" y="1791730"/>
                </a:cubicBezTo>
                <a:cubicBezTo>
                  <a:pt x="810818" y="1822029"/>
                  <a:pt x="809520" y="1812187"/>
                  <a:pt x="743067" y="1828800"/>
                </a:cubicBezTo>
                <a:cubicBezTo>
                  <a:pt x="730430" y="1831959"/>
                  <a:pt x="718353" y="1837038"/>
                  <a:pt x="705996" y="1841157"/>
                </a:cubicBezTo>
                <a:cubicBezTo>
                  <a:pt x="671284" y="1838001"/>
                  <a:pt x="580542" y="1840214"/>
                  <a:pt x="533002" y="1816444"/>
                </a:cubicBezTo>
                <a:cubicBezTo>
                  <a:pt x="505234" y="1802560"/>
                  <a:pt x="478379" y="1778081"/>
                  <a:pt x="458861" y="1754660"/>
                </a:cubicBezTo>
                <a:cubicBezTo>
                  <a:pt x="449354" y="1743251"/>
                  <a:pt x="443655" y="1728999"/>
                  <a:pt x="434148" y="1717590"/>
                </a:cubicBezTo>
                <a:cubicBezTo>
                  <a:pt x="422961" y="1704165"/>
                  <a:pt x="407235" y="1694739"/>
                  <a:pt x="397078" y="1680519"/>
                </a:cubicBezTo>
                <a:cubicBezTo>
                  <a:pt x="340070" y="1600708"/>
                  <a:pt x="408372" y="1655097"/>
                  <a:pt x="335294" y="1606379"/>
                </a:cubicBezTo>
                <a:cubicBezTo>
                  <a:pt x="327056" y="1594022"/>
                  <a:pt x="318451" y="1581903"/>
                  <a:pt x="310580" y="1569309"/>
                </a:cubicBezTo>
                <a:cubicBezTo>
                  <a:pt x="297851" y="1548942"/>
                  <a:pt x="288719" y="1526113"/>
                  <a:pt x="273510" y="1507525"/>
                </a:cubicBezTo>
                <a:cubicBezTo>
                  <a:pt x="251378" y="1480475"/>
                  <a:pt x="218756" y="1462465"/>
                  <a:pt x="199369" y="1433384"/>
                </a:cubicBezTo>
                <a:cubicBezTo>
                  <a:pt x="166418" y="1383957"/>
                  <a:pt x="187013" y="1404552"/>
                  <a:pt x="137586" y="1371600"/>
                </a:cubicBezTo>
                <a:cubicBezTo>
                  <a:pt x="121110" y="1346887"/>
                  <a:pt x="97552" y="1325638"/>
                  <a:pt x="88159" y="1297460"/>
                </a:cubicBezTo>
                <a:lnTo>
                  <a:pt x="75802" y="1248033"/>
                </a:lnTo>
                <a:close/>
              </a:path>
            </a:pathLst>
          </a:custGeom>
          <a:solidFill>
            <a:srgbClr val="EFC14C"/>
          </a:solidFill>
          <a:ln w="12700" cap="flat" cmpd="sng">
            <a:solidFill>
              <a:srgbClr val="0C41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7">
            <a:extLst>
              <a:ext uri="{FF2B5EF4-FFF2-40B4-BE49-F238E27FC236}">
                <a16:creationId xmlns:a16="http://schemas.microsoft.com/office/drawing/2014/main" id="{3CF51CE4-E743-A0C5-B85C-75745BC0E7CA}"/>
              </a:ext>
            </a:extLst>
          </p:cNvPr>
          <p:cNvSpPr/>
          <p:nvPr/>
        </p:nvSpPr>
        <p:spPr>
          <a:xfrm rot="4110365">
            <a:off x="2726129" y="3663309"/>
            <a:ext cx="271848" cy="270282"/>
          </a:xfrm>
          <a:custGeom>
            <a:avLst/>
            <a:gdLst/>
            <a:ahLst/>
            <a:cxnLst/>
            <a:rect l="l" t="t" r="r" b="b"/>
            <a:pathLst>
              <a:path w="1816443" h="1588858" extrusionOk="0">
                <a:moveTo>
                  <a:pt x="679622" y="1415864"/>
                </a:moveTo>
                <a:cubicBezTo>
                  <a:pt x="654909" y="1407626"/>
                  <a:pt x="586731" y="1407544"/>
                  <a:pt x="543697" y="1391150"/>
                </a:cubicBezTo>
                <a:cubicBezTo>
                  <a:pt x="502405" y="1375420"/>
                  <a:pt x="348349" y="1268217"/>
                  <a:pt x="308919" y="1242869"/>
                </a:cubicBezTo>
                <a:cubicBezTo>
                  <a:pt x="288716" y="1229882"/>
                  <a:pt x="266093" y="1220544"/>
                  <a:pt x="247135" y="1205799"/>
                </a:cubicBezTo>
                <a:cubicBezTo>
                  <a:pt x="228743" y="1191494"/>
                  <a:pt x="215123" y="1171852"/>
                  <a:pt x="197708" y="1156372"/>
                </a:cubicBezTo>
                <a:cubicBezTo>
                  <a:pt x="177996" y="1138850"/>
                  <a:pt x="155439" y="1124686"/>
                  <a:pt x="135924" y="1106945"/>
                </a:cubicBezTo>
                <a:cubicBezTo>
                  <a:pt x="110063" y="1083435"/>
                  <a:pt x="77414" y="1064064"/>
                  <a:pt x="61784" y="1032804"/>
                </a:cubicBezTo>
                <a:cubicBezTo>
                  <a:pt x="53546" y="1016328"/>
                  <a:pt x="43911" y="1000480"/>
                  <a:pt x="37070" y="983377"/>
                </a:cubicBezTo>
                <a:cubicBezTo>
                  <a:pt x="17016" y="933242"/>
                  <a:pt x="12137" y="908356"/>
                  <a:pt x="0" y="859810"/>
                </a:cubicBezTo>
                <a:cubicBezTo>
                  <a:pt x="4120" y="818611"/>
                  <a:pt x="6390" y="735675"/>
                  <a:pt x="24713" y="686815"/>
                </a:cubicBezTo>
                <a:cubicBezTo>
                  <a:pt x="31181" y="669567"/>
                  <a:pt x="42171" y="654319"/>
                  <a:pt x="49427" y="637388"/>
                </a:cubicBezTo>
                <a:cubicBezTo>
                  <a:pt x="66943" y="596517"/>
                  <a:pt x="53066" y="592385"/>
                  <a:pt x="98854" y="563247"/>
                </a:cubicBezTo>
                <a:cubicBezTo>
                  <a:pt x="129935" y="543468"/>
                  <a:pt x="166117" y="532774"/>
                  <a:pt x="197708" y="513820"/>
                </a:cubicBezTo>
                <a:cubicBezTo>
                  <a:pt x="218303" y="501463"/>
                  <a:pt x="237627" y="486688"/>
                  <a:pt x="259492" y="476750"/>
                </a:cubicBezTo>
                <a:cubicBezTo>
                  <a:pt x="283207" y="465970"/>
                  <a:pt x="333632" y="452037"/>
                  <a:pt x="333632" y="452037"/>
                </a:cubicBezTo>
                <a:cubicBezTo>
                  <a:pt x="418611" y="395385"/>
                  <a:pt x="379595" y="412003"/>
                  <a:pt x="444843" y="390253"/>
                </a:cubicBezTo>
                <a:cubicBezTo>
                  <a:pt x="481913" y="394372"/>
                  <a:pt x="520670" y="390815"/>
                  <a:pt x="556054" y="402610"/>
                </a:cubicBezTo>
                <a:cubicBezTo>
                  <a:pt x="584232" y="412003"/>
                  <a:pt x="602017" y="442645"/>
                  <a:pt x="630195" y="452037"/>
                </a:cubicBezTo>
                <a:cubicBezTo>
                  <a:pt x="688308" y="471407"/>
                  <a:pt x="655172" y="459556"/>
                  <a:pt x="729049" y="489107"/>
                </a:cubicBezTo>
                <a:cubicBezTo>
                  <a:pt x="778476" y="484988"/>
                  <a:pt x="829541" y="490025"/>
                  <a:pt x="877330" y="476750"/>
                </a:cubicBezTo>
                <a:cubicBezTo>
                  <a:pt x="920496" y="464759"/>
                  <a:pt x="969974" y="408819"/>
                  <a:pt x="1000897" y="377896"/>
                </a:cubicBezTo>
                <a:cubicBezTo>
                  <a:pt x="1031957" y="284717"/>
                  <a:pt x="990058" y="399575"/>
                  <a:pt x="1037968" y="303755"/>
                </a:cubicBezTo>
                <a:cubicBezTo>
                  <a:pt x="1089159" y="201374"/>
                  <a:pt x="1042959" y="279754"/>
                  <a:pt x="1075038" y="204901"/>
                </a:cubicBezTo>
                <a:cubicBezTo>
                  <a:pt x="1092577" y="163975"/>
                  <a:pt x="1107017" y="140110"/>
                  <a:pt x="1136822" y="106047"/>
                </a:cubicBezTo>
                <a:cubicBezTo>
                  <a:pt x="1160470" y="79021"/>
                  <a:pt x="1189986" y="48573"/>
                  <a:pt x="1223319" y="31907"/>
                </a:cubicBezTo>
                <a:cubicBezTo>
                  <a:pt x="1241047" y="23043"/>
                  <a:pt x="1293978" y="11153"/>
                  <a:pt x="1309816" y="7193"/>
                </a:cubicBezTo>
                <a:cubicBezTo>
                  <a:pt x="1418765" y="12927"/>
                  <a:pt x="1521130" y="-34183"/>
                  <a:pt x="1581665" y="56620"/>
                </a:cubicBezTo>
                <a:cubicBezTo>
                  <a:pt x="1588890" y="67458"/>
                  <a:pt x="1589903" y="81334"/>
                  <a:pt x="1594022" y="93691"/>
                </a:cubicBezTo>
                <a:cubicBezTo>
                  <a:pt x="1589903" y="138999"/>
                  <a:pt x="1590049" y="184899"/>
                  <a:pt x="1581665" y="229615"/>
                </a:cubicBezTo>
                <a:cubicBezTo>
                  <a:pt x="1573779" y="271671"/>
                  <a:pt x="1554295" y="295383"/>
                  <a:pt x="1532238" y="328469"/>
                </a:cubicBezTo>
                <a:cubicBezTo>
                  <a:pt x="1536357" y="349064"/>
                  <a:pt x="1532945" y="372778"/>
                  <a:pt x="1544595" y="390253"/>
                </a:cubicBezTo>
                <a:cubicBezTo>
                  <a:pt x="1583393" y="448450"/>
                  <a:pt x="1618363" y="468264"/>
                  <a:pt x="1668162" y="501464"/>
                </a:cubicBezTo>
                <a:cubicBezTo>
                  <a:pt x="1676400" y="513821"/>
                  <a:pt x="1682375" y="528033"/>
                  <a:pt x="1692876" y="538534"/>
                </a:cubicBezTo>
                <a:cubicBezTo>
                  <a:pt x="1703377" y="549035"/>
                  <a:pt x="1720669" y="551650"/>
                  <a:pt x="1729946" y="563247"/>
                </a:cubicBezTo>
                <a:cubicBezTo>
                  <a:pt x="1738083" y="573418"/>
                  <a:pt x="1735977" y="588932"/>
                  <a:pt x="1742303" y="600318"/>
                </a:cubicBezTo>
                <a:cubicBezTo>
                  <a:pt x="1756727" y="626282"/>
                  <a:pt x="1791730" y="674458"/>
                  <a:pt x="1791730" y="674458"/>
                </a:cubicBezTo>
                <a:cubicBezTo>
                  <a:pt x="1795849" y="690934"/>
                  <a:pt x="1799421" y="707556"/>
                  <a:pt x="1804086" y="723885"/>
                </a:cubicBezTo>
                <a:cubicBezTo>
                  <a:pt x="1807664" y="736409"/>
                  <a:pt x="1816443" y="747930"/>
                  <a:pt x="1816443" y="760955"/>
                </a:cubicBezTo>
                <a:cubicBezTo>
                  <a:pt x="1816443" y="790080"/>
                  <a:pt x="1814541" y="820269"/>
                  <a:pt x="1804086" y="847453"/>
                </a:cubicBezTo>
                <a:cubicBezTo>
                  <a:pt x="1777318" y="917049"/>
                  <a:pt x="1756626" y="911818"/>
                  <a:pt x="1717589" y="958664"/>
                </a:cubicBezTo>
                <a:cubicBezTo>
                  <a:pt x="1708082" y="970073"/>
                  <a:pt x="1702541" y="984458"/>
                  <a:pt x="1692876" y="995734"/>
                </a:cubicBezTo>
                <a:cubicBezTo>
                  <a:pt x="1636688" y="1061287"/>
                  <a:pt x="1655194" y="1029799"/>
                  <a:pt x="1594022" y="1082231"/>
                </a:cubicBezTo>
                <a:cubicBezTo>
                  <a:pt x="1510768" y="1153591"/>
                  <a:pt x="1601815" y="1089391"/>
                  <a:pt x="1519881" y="1144015"/>
                </a:cubicBezTo>
                <a:cubicBezTo>
                  <a:pt x="1495063" y="1181243"/>
                  <a:pt x="1489266" y="1186618"/>
                  <a:pt x="1470454" y="1230512"/>
                </a:cubicBezTo>
                <a:cubicBezTo>
                  <a:pt x="1465323" y="1242484"/>
                  <a:pt x="1463487" y="1255725"/>
                  <a:pt x="1458097" y="1267583"/>
                </a:cubicBezTo>
                <a:cubicBezTo>
                  <a:pt x="1442852" y="1301122"/>
                  <a:pt x="1420320" y="1331487"/>
                  <a:pt x="1408670" y="1366437"/>
                </a:cubicBezTo>
                <a:cubicBezTo>
                  <a:pt x="1396658" y="1402471"/>
                  <a:pt x="1393412" y="1418035"/>
                  <a:pt x="1371600" y="1452934"/>
                </a:cubicBezTo>
                <a:cubicBezTo>
                  <a:pt x="1360165" y="1471230"/>
                  <a:pt x="1318443" y="1526078"/>
                  <a:pt x="1297459" y="1539431"/>
                </a:cubicBezTo>
                <a:cubicBezTo>
                  <a:pt x="1266378" y="1559210"/>
                  <a:pt x="1198605" y="1588858"/>
                  <a:pt x="1198605" y="1588858"/>
                </a:cubicBezTo>
                <a:cubicBezTo>
                  <a:pt x="1116669" y="1582030"/>
                  <a:pt x="1048897" y="1588145"/>
                  <a:pt x="976184" y="1551788"/>
                </a:cubicBezTo>
                <a:cubicBezTo>
                  <a:pt x="959708" y="1543550"/>
                  <a:pt x="942552" y="1536551"/>
                  <a:pt x="926757" y="1527074"/>
                </a:cubicBezTo>
                <a:cubicBezTo>
                  <a:pt x="901288" y="1511792"/>
                  <a:pt x="880794" y="1487040"/>
                  <a:pt x="852616" y="1477647"/>
                </a:cubicBezTo>
                <a:cubicBezTo>
                  <a:pt x="750845" y="1443724"/>
                  <a:pt x="804264" y="1456618"/>
                  <a:pt x="691978" y="1440577"/>
                </a:cubicBezTo>
                <a:cubicBezTo>
                  <a:pt x="646171" y="1425307"/>
                  <a:pt x="704335" y="1424102"/>
                  <a:pt x="679622" y="1415864"/>
                </a:cubicBezTo>
                <a:close/>
              </a:path>
            </a:pathLst>
          </a:custGeom>
          <a:solidFill>
            <a:srgbClr val="70A16F"/>
          </a:solidFill>
          <a:ln w="12700" cap="flat" cmpd="sng">
            <a:solidFill>
              <a:srgbClr val="0C41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7">
            <a:extLst>
              <a:ext uri="{FF2B5EF4-FFF2-40B4-BE49-F238E27FC236}">
                <a16:creationId xmlns:a16="http://schemas.microsoft.com/office/drawing/2014/main" id="{998C35C9-4299-C230-2908-2EB966D85517}"/>
              </a:ext>
            </a:extLst>
          </p:cNvPr>
          <p:cNvSpPr/>
          <p:nvPr/>
        </p:nvSpPr>
        <p:spPr>
          <a:xfrm>
            <a:off x="1216375" y="4648775"/>
            <a:ext cx="1627141" cy="1617768"/>
          </a:xfrm>
          <a:custGeom>
            <a:avLst/>
            <a:gdLst/>
            <a:ahLst/>
            <a:cxnLst/>
            <a:rect l="l" t="t" r="r" b="b"/>
            <a:pathLst>
              <a:path w="1816443" h="1588858" extrusionOk="0">
                <a:moveTo>
                  <a:pt x="679622" y="1415864"/>
                </a:moveTo>
                <a:cubicBezTo>
                  <a:pt x="654909" y="1407626"/>
                  <a:pt x="586731" y="1407544"/>
                  <a:pt x="543697" y="1391150"/>
                </a:cubicBezTo>
                <a:cubicBezTo>
                  <a:pt x="502405" y="1375420"/>
                  <a:pt x="348349" y="1268217"/>
                  <a:pt x="308919" y="1242869"/>
                </a:cubicBezTo>
                <a:cubicBezTo>
                  <a:pt x="288716" y="1229882"/>
                  <a:pt x="266093" y="1220544"/>
                  <a:pt x="247135" y="1205799"/>
                </a:cubicBezTo>
                <a:cubicBezTo>
                  <a:pt x="228743" y="1191494"/>
                  <a:pt x="215123" y="1171852"/>
                  <a:pt x="197708" y="1156372"/>
                </a:cubicBezTo>
                <a:cubicBezTo>
                  <a:pt x="177996" y="1138850"/>
                  <a:pt x="155439" y="1124686"/>
                  <a:pt x="135924" y="1106945"/>
                </a:cubicBezTo>
                <a:cubicBezTo>
                  <a:pt x="110063" y="1083435"/>
                  <a:pt x="77414" y="1064064"/>
                  <a:pt x="61784" y="1032804"/>
                </a:cubicBezTo>
                <a:cubicBezTo>
                  <a:pt x="53546" y="1016328"/>
                  <a:pt x="43911" y="1000480"/>
                  <a:pt x="37070" y="983377"/>
                </a:cubicBezTo>
                <a:cubicBezTo>
                  <a:pt x="17016" y="933242"/>
                  <a:pt x="12137" y="908356"/>
                  <a:pt x="0" y="859810"/>
                </a:cubicBezTo>
                <a:cubicBezTo>
                  <a:pt x="4120" y="818611"/>
                  <a:pt x="6390" y="735675"/>
                  <a:pt x="24713" y="686815"/>
                </a:cubicBezTo>
                <a:cubicBezTo>
                  <a:pt x="31181" y="669567"/>
                  <a:pt x="42171" y="654319"/>
                  <a:pt x="49427" y="637388"/>
                </a:cubicBezTo>
                <a:cubicBezTo>
                  <a:pt x="66943" y="596517"/>
                  <a:pt x="53066" y="592385"/>
                  <a:pt x="98854" y="563247"/>
                </a:cubicBezTo>
                <a:cubicBezTo>
                  <a:pt x="129935" y="543468"/>
                  <a:pt x="166117" y="532774"/>
                  <a:pt x="197708" y="513820"/>
                </a:cubicBezTo>
                <a:cubicBezTo>
                  <a:pt x="218303" y="501463"/>
                  <a:pt x="237627" y="486688"/>
                  <a:pt x="259492" y="476750"/>
                </a:cubicBezTo>
                <a:cubicBezTo>
                  <a:pt x="283207" y="465970"/>
                  <a:pt x="333632" y="452037"/>
                  <a:pt x="333632" y="452037"/>
                </a:cubicBezTo>
                <a:cubicBezTo>
                  <a:pt x="418611" y="395385"/>
                  <a:pt x="379595" y="412003"/>
                  <a:pt x="444843" y="390253"/>
                </a:cubicBezTo>
                <a:cubicBezTo>
                  <a:pt x="481913" y="394372"/>
                  <a:pt x="520670" y="390815"/>
                  <a:pt x="556054" y="402610"/>
                </a:cubicBezTo>
                <a:cubicBezTo>
                  <a:pt x="584232" y="412003"/>
                  <a:pt x="602017" y="442645"/>
                  <a:pt x="630195" y="452037"/>
                </a:cubicBezTo>
                <a:cubicBezTo>
                  <a:pt x="688308" y="471407"/>
                  <a:pt x="655172" y="459556"/>
                  <a:pt x="729049" y="489107"/>
                </a:cubicBezTo>
                <a:cubicBezTo>
                  <a:pt x="778476" y="484988"/>
                  <a:pt x="829541" y="490025"/>
                  <a:pt x="877330" y="476750"/>
                </a:cubicBezTo>
                <a:cubicBezTo>
                  <a:pt x="920496" y="464759"/>
                  <a:pt x="969974" y="408819"/>
                  <a:pt x="1000897" y="377896"/>
                </a:cubicBezTo>
                <a:cubicBezTo>
                  <a:pt x="1031957" y="284717"/>
                  <a:pt x="990058" y="399575"/>
                  <a:pt x="1037968" y="303755"/>
                </a:cubicBezTo>
                <a:cubicBezTo>
                  <a:pt x="1089159" y="201374"/>
                  <a:pt x="1042959" y="279754"/>
                  <a:pt x="1075038" y="204901"/>
                </a:cubicBezTo>
                <a:cubicBezTo>
                  <a:pt x="1092577" y="163975"/>
                  <a:pt x="1107017" y="140110"/>
                  <a:pt x="1136822" y="106047"/>
                </a:cubicBezTo>
                <a:cubicBezTo>
                  <a:pt x="1160470" y="79021"/>
                  <a:pt x="1189986" y="48573"/>
                  <a:pt x="1223319" y="31907"/>
                </a:cubicBezTo>
                <a:cubicBezTo>
                  <a:pt x="1241047" y="23043"/>
                  <a:pt x="1293978" y="11153"/>
                  <a:pt x="1309816" y="7193"/>
                </a:cubicBezTo>
                <a:cubicBezTo>
                  <a:pt x="1418765" y="12927"/>
                  <a:pt x="1521130" y="-34183"/>
                  <a:pt x="1581665" y="56620"/>
                </a:cubicBezTo>
                <a:cubicBezTo>
                  <a:pt x="1588890" y="67458"/>
                  <a:pt x="1589903" y="81334"/>
                  <a:pt x="1594022" y="93691"/>
                </a:cubicBezTo>
                <a:cubicBezTo>
                  <a:pt x="1589903" y="138999"/>
                  <a:pt x="1590049" y="184899"/>
                  <a:pt x="1581665" y="229615"/>
                </a:cubicBezTo>
                <a:cubicBezTo>
                  <a:pt x="1573779" y="271671"/>
                  <a:pt x="1554295" y="295383"/>
                  <a:pt x="1532238" y="328469"/>
                </a:cubicBezTo>
                <a:cubicBezTo>
                  <a:pt x="1536357" y="349064"/>
                  <a:pt x="1532945" y="372778"/>
                  <a:pt x="1544595" y="390253"/>
                </a:cubicBezTo>
                <a:cubicBezTo>
                  <a:pt x="1583393" y="448450"/>
                  <a:pt x="1618363" y="468264"/>
                  <a:pt x="1668162" y="501464"/>
                </a:cubicBezTo>
                <a:cubicBezTo>
                  <a:pt x="1676400" y="513821"/>
                  <a:pt x="1682375" y="528033"/>
                  <a:pt x="1692876" y="538534"/>
                </a:cubicBezTo>
                <a:cubicBezTo>
                  <a:pt x="1703377" y="549035"/>
                  <a:pt x="1720669" y="551650"/>
                  <a:pt x="1729946" y="563247"/>
                </a:cubicBezTo>
                <a:cubicBezTo>
                  <a:pt x="1738083" y="573418"/>
                  <a:pt x="1735977" y="588932"/>
                  <a:pt x="1742303" y="600318"/>
                </a:cubicBezTo>
                <a:cubicBezTo>
                  <a:pt x="1756727" y="626282"/>
                  <a:pt x="1791730" y="674458"/>
                  <a:pt x="1791730" y="674458"/>
                </a:cubicBezTo>
                <a:cubicBezTo>
                  <a:pt x="1795849" y="690934"/>
                  <a:pt x="1799421" y="707556"/>
                  <a:pt x="1804086" y="723885"/>
                </a:cubicBezTo>
                <a:cubicBezTo>
                  <a:pt x="1807664" y="736409"/>
                  <a:pt x="1816443" y="747930"/>
                  <a:pt x="1816443" y="760955"/>
                </a:cubicBezTo>
                <a:cubicBezTo>
                  <a:pt x="1816443" y="790080"/>
                  <a:pt x="1814541" y="820269"/>
                  <a:pt x="1804086" y="847453"/>
                </a:cubicBezTo>
                <a:cubicBezTo>
                  <a:pt x="1777318" y="917049"/>
                  <a:pt x="1756626" y="911818"/>
                  <a:pt x="1717589" y="958664"/>
                </a:cubicBezTo>
                <a:cubicBezTo>
                  <a:pt x="1708082" y="970073"/>
                  <a:pt x="1702541" y="984458"/>
                  <a:pt x="1692876" y="995734"/>
                </a:cubicBezTo>
                <a:cubicBezTo>
                  <a:pt x="1636688" y="1061287"/>
                  <a:pt x="1655194" y="1029799"/>
                  <a:pt x="1594022" y="1082231"/>
                </a:cubicBezTo>
                <a:cubicBezTo>
                  <a:pt x="1510768" y="1153591"/>
                  <a:pt x="1601815" y="1089391"/>
                  <a:pt x="1519881" y="1144015"/>
                </a:cubicBezTo>
                <a:cubicBezTo>
                  <a:pt x="1495063" y="1181243"/>
                  <a:pt x="1489266" y="1186618"/>
                  <a:pt x="1470454" y="1230512"/>
                </a:cubicBezTo>
                <a:cubicBezTo>
                  <a:pt x="1465323" y="1242484"/>
                  <a:pt x="1463487" y="1255725"/>
                  <a:pt x="1458097" y="1267583"/>
                </a:cubicBezTo>
                <a:cubicBezTo>
                  <a:pt x="1442852" y="1301122"/>
                  <a:pt x="1420320" y="1331487"/>
                  <a:pt x="1408670" y="1366437"/>
                </a:cubicBezTo>
                <a:cubicBezTo>
                  <a:pt x="1396658" y="1402471"/>
                  <a:pt x="1393412" y="1418035"/>
                  <a:pt x="1371600" y="1452934"/>
                </a:cubicBezTo>
                <a:cubicBezTo>
                  <a:pt x="1360165" y="1471230"/>
                  <a:pt x="1318443" y="1526078"/>
                  <a:pt x="1297459" y="1539431"/>
                </a:cubicBezTo>
                <a:cubicBezTo>
                  <a:pt x="1266378" y="1559210"/>
                  <a:pt x="1198605" y="1588858"/>
                  <a:pt x="1198605" y="1588858"/>
                </a:cubicBezTo>
                <a:cubicBezTo>
                  <a:pt x="1116669" y="1582030"/>
                  <a:pt x="1048897" y="1588145"/>
                  <a:pt x="976184" y="1551788"/>
                </a:cubicBezTo>
                <a:cubicBezTo>
                  <a:pt x="959708" y="1543550"/>
                  <a:pt x="942552" y="1536551"/>
                  <a:pt x="926757" y="1527074"/>
                </a:cubicBezTo>
                <a:cubicBezTo>
                  <a:pt x="901288" y="1511792"/>
                  <a:pt x="880794" y="1487040"/>
                  <a:pt x="852616" y="1477647"/>
                </a:cubicBezTo>
                <a:cubicBezTo>
                  <a:pt x="750845" y="1443724"/>
                  <a:pt x="804264" y="1456618"/>
                  <a:pt x="691978" y="1440577"/>
                </a:cubicBezTo>
                <a:cubicBezTo>
                  <a:pt x="646171" y="1425307"/>
                  <a:pt x="704335" y="1424102"/>
                  <a:pt x="679622" y="1415864"/>
                </a:cubicBezTo>
                <a:close/>
              </a:path>
            </a:pathLst>
          </a:custGeom>
          <a:solidFill>
            <a:srgbClr val="CD6B49"/>
          </a:solidFill>
          <a:ln w="12700" cap="flat" cmpd="sng">
            <a:solidFill>
              <a:srgbClr val="0C41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7">
            <a:extLst>
              <a:ext uri="{FF2B5EF4-FFF2-40B4-BE49-F238E27FC236}">
                <a16:creationId xmlns:a16="http://schemas.microsoft.com/office/drawing/2014/main" id="{6FF3DF72-F282-CD92-FFA5-9ED53CC65AC5}"/>
              </a:ext>
            </a:extLst>
          </p:cNvPr>
          <p:cNvSpPr txBox="1"/>
          <p:nvPr/>
        </p:nvSpPr>
        <p:spPr>
          <a:xfrm>
            <a:off x="1107100" y="1315533"/>
            <a:ext cx="28577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Relative severity per patch</a:t>
            </a:r>
            <a:endParaRPr sz="18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1" name="Google Shape;793;p17">
            <a:extLst>
              <a:ext uri="{FF2B5EF4-FFF2-40B4-BE49-F238E27FC236}">
                <a16:creationId xmlns:a16="http://schemas.microsoft.com/office/drawing/2014/main" id="{1EB5CD71-6A00-5F33-8F86-C6AAF83A6F05}"/>
              </a:ext>
            </a:extLst>
          </p:cNvPr>
          <p:cNvSpPr txBox="1"/>
          <p:nvPr/>
        </p:nvSpPr>
        <p:spPr>
          <a:xfrm rot="16200000">
            <a:off x="3529409" y="3774403"/>
            <a:ext cx="384009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Relative severity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42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" grpId="0" animBg="1"/>
      <p:bldP spid="818" grpId="0" animBg="1"/>
      <p:bldP spid="819" grpId="0" animBg="1"/>
      <p:bldP spid="820" grpId="0" animBg="1"/>
      <p:bldP spid="821" grpId="0" animBg="1"/>
      <p:bldP spid="822" grpId="0" animBg="1"/>
      <p:bldP spid="823" grpId="0" animBg="1"/>
      <p:bldP spid="824" grpId="0" animBg="1"/>
      <p:bldP spid="8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27</Words>
  <Application>Microsoft Macintosh PowerPoint</Application>
  <PresentationFormat>Widescreen</PresentationFormat>
  <Paragraphs>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Ferrer Paris</dc:creator>
  <cp:lastModifiedBy>Jose Ferrer Paris</cp:lastModifiedBy>
  <cp:revision>1</cp:revision>
  <dcterms:created xsi:type="dcterms:W3CDTF">2026-02-15T00:51:06Z</dcterms:created>
  <dcterms:modified xsi:type="dcterms:W3CDTF">2026-02-15T05:15:40Z</dcterms:modified>
</cp:coreProperties>
</file>